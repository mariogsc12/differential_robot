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7E3F9A-5492-4FF7-A5DA-14DA965D0A46}" v="32" dt="2025-09-11T14:23:49.8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 gomez sanchez celemin" userId="a8b339ff0b81548b" providerId="LiveId" clId="{5383CC43-7FE9-41C8-8D3C-D49AD4E2AC0E}"/>
    <pc:docChg chg="undo custSel addSld modSld">
      <pc:chgData name="mario gomez sanchez celemin" userId="a8b339ff0b81548b" providerId="LiveId" clId="{5383CC43-7FE9-41C8-8D3C-D49AD4E2AC0E}" dt="2025-09-11T14:24:16.750" v="489" actId="1035"/>
      <pc:docMkLst>
        <pc:docMk/>
      </pc:docMkLst>
      <pc:sldChg chg="modSp mod">
        <pc:chgData name="mario gomez sanchez celemin" userId="a8b339ff0b81548b" providerId="LiveId" clId="{5383CC43-7FE9-41C8-8D3C-D49AD4E2AC0E}" dt="2025-09-11T14:06:04.848" v="26" actId="14100"/>
        <pc:sldMkLst>
          <pc:docMk/>
          <pc:sldMk cId="2994490114" sldId="256"/>
        </pc:sldMkLst>
        <pc:spChg chg="mod">
          <ac:chgData name="mario gomez sanchez celemin" userId="a8b339ff0b81548b" providerId="LiveId" clId="{5383CC43-7FE9-41C8-8D3C-D49AD4E2AC0E}" dt="2025-09-11T14:06:04.848" v="26" actId="14100"/>
          <ac:spMkLst>
            <pc:docMk/>
            <pc:sldMk cId="2994490114" sldId="256"/>
            <ac:spMk id="9" creationId="{26A441FF-7751-7626-DB89-4E27FD66CE21}"/>
          </ac:spMkLst>
        </pc:spChg>
        <pc:spChg chg="mod">
          <ac:chgData name="mario gomez sanchez celemin" userId="a8b339ff0b81548b" providerId="LiveId" clId="{5383CC43-7FE9-41C8-8D3C-D49AD4E2AC0E}" dt="2025-09-11T14:05:58.897" v="25" actId="20577"/>
          <ac:spMkLst>
            <pc:docMk/>
            <pc:sldMk cId="2994490114" sldId="256"/>
            <ac:spMk id="19" creationId="{BE37C8D1-DF02-A296-2256-7DF6D1C38359}"/>
          </ac:spMkLst>
        </pc:spChg>
      </pc:sldChg>
      <pc:sldChg chg="addSp delSp modSp add mod">
        <pc:chgData name="mario gomez sanchez celemin" userId="a8b339ff0b81548b" providerId="LiveId" clId="{5383CC43-7FE9-41C8-8D3C-D49AD4E2AC0E}" dt="2025-09-11T14:24:16.750" v="489" actId="1035"/>
        <pc:sldMkLst>
          <pc:docMk/>
          <pc:sldMk cId="2582379401" sldId="257"/>
        </pc:sldMkLst>
        <pc:spChg chg="add del mod">
          <ac:chgData name="mario gomez sanchez celemin" userId="a8b339ff0b81548b" providerId="LiveId" clId="{5383CC43-7FE9-41C8-8D3C-D49AD4E2AC0E}" dt="2025-09-11T14:12:20.895" v="70" actId="478"/>
          <ac:spMkLst>
            <pc:docMk/>
            <pc:sldMk cId="2582379401" sldId="257"/>
            <ac:spMk id="2" creationId="{3EE56301-E9ED-4193-5AC7-9545ACB92A90}"/>
          </ac:spMkLst>
        </pc:spChg>
        <pc:spChg chg="add del mod">
          <ac:chgData name="mario gomez sanchez celemin" userId="a8b339ff0b81548b" providerId="LiveId" clId="{5383CC43-7FE9-41C8-8D3C-D49AD4E2AC0E}" dt="2025-09-11T14:21:13.692" v="371" actId="478"/>
          <ac:spMkLst>
            <pc:docMk/>
            <pc:sldMk cId="2582379401" sldId="257"/>
            <ac:spMk id="3" creationId="{E0CD3AEA-E7CF-33C9-7528-1C56FBA5E5F9}"/>
          </ac:spMkLst>
        </pc:spChg>
        <pc:spChg chg="del">
          <ac:chgData name="mario gomez sanchez celemin" userId="a8b339ff0b81548b" providerId="LiveId" clId="{5383CC43-7FE9-41C8-8D3C-D49AD4E2AC0E}" dt="2025-09-11T14:11:30.436" v="49" actId="478"/>
          <ac:spMkLst>
            <pc:docMk/>
            <pc:sldMk cId="2582379401" sldId="257"/>
            <ac:spMk id="4" creationId="{C4B6D3EA-AC42-CD6A-595C-15E2AB770ED3}"/>
          </ac:spMkLst>
        </pc:spChg>
        <pc:spChg chg="add mod">
          <ac:chgData name="mario gomez sanchez celemin" userId="a8b339ff0b81548b" providerId="LiveId" clId="{5383CC43-7FE9-41C8-8D3C-D49AD4E2AC0E}" dt="2025-09-11T14:16:51.379" v="163" actId="14100"/>
          <ac:spMkLst>
            <pc:docMk/>
            <pc:sldMk cId="2582379401" sldId="257"/>
            <ac:spMk id="5" creationId="{2F51B324-BCE7-5C78-4B01-CB4BC301B3C1}"/>
          </ac:spMkLst>
        </pc:spChg>
        <pc:spChg chg="add mod">
          <ac:chgData name="mario gomez sanchez celemin" userId="a8b339ff0b81548b" providerId="LiveId" clId="{5383CC43-7FE9-41C8-8D3C-D49AD4E2AC0E}" dt="2025-09-11T14:22:17.183" v="395" actId="20577"/>
          <ac:spMkLst>
            <pc:docMk/>
            <pc:sldMk cId="2582379401" sldId="257"/>
            <ac:spMk id="6" creationId="{C631ED51-B867-408F-4A11-E43961943FCF}"/>
          </ac:spMkLst>
        </pc:spChg>
        <pc:spChg chg="add del mod">
          <ac:chgData name="mario gomez sanchez celemin" userId="a8b339ff0b81548b" providerId="LiveId" clId="{5383CC43-7FE9-41C8-8D3C-D49AD4E2AC0E}" dt="2025-09-11T14:17:24.308" v="188" actId="1035"/>
          <ac:spMkLst>
            <pc:docMk/>
            <pc:sldMk cId="2582379401" sldId="257"/>
            <ac:spMk id="8" creationId="{D71AD5B8-1258-C14B-AC11-1F2A2F1FB943}"/>
          </ac:spMkLst>
        </pc:spChg>
        <pc:spChg chg="del">
          <ac:chgData name="mario gomez sanchez celemin" userId="a8b339ff0b81548b" providerId="LiveId" clId="{5383CC43-7FE9-41C8-8D3C-D49AD4E2AC0E}" dt="2025-09-11T14:11:13.246" v="28" actId="478"/>
          <ac:spMkLst>
            <pc:docMk/>
            <pc:sldMk cId="2582379401" sldId="257"/>
            <ac:spMk id="9" creationId="{6B97BCA2-061D-92CD-BD3B-E729ACA8CA23}"/>
          </ac:spMkLst>
        </pc:spChg>
        <pc:spChg chg="del mod">
          <ac:chgData name="mario gomez sanchez celemin" userId="a8b339ff0b81548b" providerId="LiveId" clId="{5383CC43-7FE9-41C8-8D3C-D49AD4E2AC0E}" dt="2025-09-11T14:11:52.557" v="61" actId="478"/>
          <ac:spMkLst>
            <pc:docMk/>
            <pc:sldMk cId="2582379401" sldId="257"/>
            <ac:spMk id="15" creationId="{4FA64645-5E7B-1A67-6137-BEB47B24BF5D}"/>
          </ac:spMkLst>
        </pc:spChg>
        <pc:spChg chg="mod">
          <ac:chgData name="mario gomez sanchez celemin" userId="a8b339ff0b81548b" providerId="LiveId" clId="{5383CC43-7FE9-41C8-8D3C-D49AD4E2AC0E}" dt="2025-09-11T14:14:54.718" v="124"/>
          <ac:spMkLst>
            <pc:docMk/>
            <pc:sldMk cId="2582379401" sldId="257"/>
            <ac:spMk id="17" creationId="{7E09E621-D06E-7132-479C-AAA5AF77C712}"/>
          </ac:spMkLst>
        </pc:spChg>
        <pc:spChg chg="del">
          <ac:chgData name="mario gomez sanchez celemin" userId="a8b339ff0b81548b" providerId="LiveId" clId="{5383CC43-7FE9-41C8-8D3C-D49AD4E2AC0E}" dt="2025-09-11T14:11:33.541" v="55" actId="478"/>
          <ac:spMkLst>
            <pc:docMk/>
            <pc:sldMk cId="2582379401" sldId="257"/>
            <ac:spMk id="18" creationId="{A89A632B-C417-021E-7FCD-09809CD1BB24}"/>
          </ac:spMkLst>
        </pc:spChg>
        <pc:spChg chg="del mod">
          <ac:chgData name="mario gomez sanchez celemin" userId="a8b339ff0b81548b" providerId="LiveId" clId="{5383CC43-7FE9-41C8-8D3C-D49AD4E2AC0E}" dt="2025-09-11T14:11:21.988" v="36" actId="478"/>
          <ac:spMkLst>
            <pc:docMk/>
            <pc:sldMk cId="2582379401" sldId="257"/>
            <ac:spMk id="19" creationId="{D09B3CD6-64C7-3838-452C-04B4EB005A93}"/>
          </ac:spMkLst>
        </pc:spChg>
        <pc:spChg chg="del">
          <ac:chgData name="mario gomez sanchez celemin" userId="a8b339ff0b81548b" providerId="LiveId" clId="{5383CC43-7FE9-41C8-8D3C-D49AD4E2AC0E}" dt="2025-09-11T14:11:17.124" v="29" actId="478"/>
          <ac:spMkLst>
            <pc:docMk/>
            <pc:sldMk cId="2582379401" sldId="257"/>
            <ac:spMk id="21" creationId="{00947067-6053-BF49-A885-D96003D82CEA}"/>
          </ac:spMkLst>
        </pc:spChg>
        <pc:spChg chg="mod">
          <ac:chgData name="mario gomez sanchez celemin" userId="a8b339ff0b81548b" providerId="LiveId" clId="{5383CC43-7FE9-41C8-8D3C-D49AD4E2AC0E}" dt="2025-09-11T14:14:54.718" v="124"/>
          <ac:spMkLst>
            <pc:docMk/>
            <pc:sldMk cId="2582379401" sldId="257"/>
            <ac:spMk id="22" creationId="{71881F28-E0A4-0E94-941B-A80EC11DAA98}"/>
          </ac:spMkLst>
        </pc:spChg>
        <pc:spChg chg="add del mod">
          <ac:chgData name="mario gomez sanchez celemin" userId="a8b339ff0b81548b" providerId="LiveId" clId="{5383CC43-7FE9-41C8-8D3C-D49AD4E2AC0E}" dt="2025-09-11T14:15:07.362" v="131" actId="1076"/>
          <ac:spMkLst>
            <pc:docMk/>
            <pc:sldMk cId="2582379401" sldId="257"/>
            <ac:spMk id="23" creationId="{3B4D53AB-531B-6528-CE48-082484FCBF81}"/>
          </ac:spMkLst>
        </pc:spChg>
        <pc:spChg chg="mod">
          <ac:chgData name="mario gomez sanchez celemin" userId="a8b339ff0b81548b" providerId="LiveId" clId="{5383CC43-7FE9-41C8-8D3C-D49AD4E2AC0E}" dt="2025-09-11T14:16:36.326" v="161" actId="14100"/>
          <ac:spMkLst>
            <pc:docMk/>
            <pc:sldMk cId="2582379401" sldId="257"/>
            <ac:spMk id="27" creationId="{DD6ACF98-348F-FDED-2CC8-20254B43C8B2}"/>
          </ac:spMkLst>
        </pc:spChg>
        <pc:spChg chg="mod">
          <ac:chgData name="mario gomez sanchez celemin" userId="a8b339ff0b81548b" providerId="LiveId" clId="{5383CC43-7FE9-41C8-8D3C-D49AD4E2AC0E}" dt="2025-09-11T14:15:19.895" v="145"/>
          <ac:spMkLst>
            <pc:docMk/>
            <pc:sldMk cId="2582379401" sldId="257"/>
            <ac:spMk id="29" creationId="{33ED1D9E-8274-1121-20F9-7B9A3A13F45D}"/>
          </ac:spMkLst>
        </pc:spChg>
        <pc:spChg chg="del mod">
          <ac:chgData name="mario gomez sanchez celemin" userId="a8b339ff0b81548b" providerId="LiveId" clId="{5383CC43-7FE9-41C8-8D3C-D49AD4E2AC0E}" dt="2025-09-11T14:11:24.427" v="39" actId="478"/>
          <ac:spMkLst>
            <pc:docMk/>
            <pc:sldMk cId="2582379401" sldId="257"/>
            <ac:spMk id="31" creationId="{639E5475-2795-889C-9F4E-DED9D8A2F63B}"/>
          </ac:spMkLst>
        </pc:spChg>
        <pc:spChg chg="del">
          <ac:chgData name="mario gomez sanchez celemin" userId="a8b339ff0b81548b" providerId="LiveId" clId="{5383CC43-7FE9-41C8-8D3C-D49AD4E2AC0E}" dt="2025-09-11T14:11:23.564" v="38" actId="478"/>
          <ac:spMkLst>
            <pc:docMk/>
            <pc:sldMk cId="2582379401" sldId="257"/>
            <ac:spMk id="33" creationId="{4B790BE1-3817-9531-D104-43FCCB2DDA52}"/>
          </ac:spMkLst>
        </pc:spChg>
        <pc:spChg chg="del mod">
          <ac:chgData name="mario gomez sanchez celemin" userId="a8b339ff0b81548b" providerId="LiveId" clId="{5383CC43-7FE9-41C8-8D3C-D49AD4E2AC0E}" dt="2025-09-11T14:11:21.534" v="35" actId="478"/>
          <ac:spMkLst>
            <pc:docMk/>
            <pc:sldMk cId="2582379401" sldId="257"/>
            <ac:spMk id="35" creationId="{CBA6753B-50F3-1F78-8203-CDDF5D6C6670}"/>
          </ac:spMkLst>
        </pc:spChg>
        <pc:spChg chg="del mod">
          <ac:chgData name="mario gomez sanchez celemin" userId="a8b339ff0b81548b" providerId="LiveId" clId="{5383CC43-7FE9-41C8-8D3C-D49AD4E2AC0E}" dt="2025-09-11T14:17:18.262" v="185" actId="478"/>
          <ac:spMkLst>
            <pc:docMk/>
            <pc:sldMk cId="2582379401" sldId="257"/>
            <ac:spMk id="38" creationId="{FC3CE8CE-F919-CB9B-E69B-E3AA622B15B9}"/>
          </ac:spMkLst>
        </pc:spChg>
        <pc:spChg chg="mod">
          <ac:chgData name="mario gomez sanchez celemin" userId="a8b339ff0b81548b" providerId="LiveId" clId="{5383CC43-7FE9-41C8-8D3C-D49AD4E2AC0E}" dt="2025-09-11T14:22:18.779" v="397" actId="20577"/>
          <ac:spMkLst>
            <pc:docMk/>
            <pc:sldMk cId="2582379401" sldId="257"/>
            <ac:spMk id="41" creationId="{B057F188-72CC-55A2-C1D5-7FE34CCADBFA}"/>
          </ac:spMkLst>
        </pc:spChg>
        <pc:spChg chg="mod">
          <ac:chgData name="mario gomez sanchez celemin" userId="a8b339ff0b81548b" providerId="LiveId" clId="{5383CC43-7FE9-41C8-8D3C-D49AD4E2AC0E}" dt="2025-09-11T14:17:26.493" v="189"/>
          <ac:spMkLst>
            <pc:docMk/>
            <pc:sldMk cId="2582379401" sldId="257"/>
            <ac:spMk id="43" creationId="{E0E8DBEE-166C-4844-38F9-640EDDF73D40}"/>
          </ac:spMkLst>
        </pc:spChg>
        <pc:spChg chg="mod">
          <ac:chgData name="mario gomez sanchez celemin" userId="a8b339ff0b81548b" providerId="LiveId" clId="{5383CC43-7FE9-41C8-8D3C-D49AD4E2AC0E}" dt="2025-09-11T14:17:34.151" v="201" actId="20577"/>
          <ac:spMkLst>
            <pc:docMk/>
            <pc:sldMk cId="2582379401" sldId="257"/>
            <ac:spMk id="44" creationId="{D40CF136-17E5-4E31-AEE1-0923BB043FB3}"/>
          </ac:spMkLst>
        </pc:spChg>
        <pc:spChg chg="mod">
          <ac:chgData name="mario gomez sanchez celemin" userId="a8b339ff0b81548b" providerId="LiveId" clId="{5383CC43-7FE9-41C8-8D3C-D49AD4E2AC0E}" dt="2025-09-11T14:22:09.283" v="387" actId="20577"/>
          <ac:spMkLst>
            <pc:docMk/>
            <pc:sldMk cId="2582379401" sldId="257"/>
            <ac:spMk id="46" creationId="{4A55D7D6-3A5F-5B45-57FC-4B9D722D0CA7}"/>
          </ac:spMkLst>
        </pc:spChg>
        <pc:spChg chg="mod">
          <ac:chgData name="mario gomez sanchez celemin" userId="a8b339ff0b81548b" providerId="LiveId" clId="{5383CC43-7FE9-41C8-8D3C-D49AD4E2AC0E}" dt="2025-09-11T14:17:54.780" v="208"/>
          <ac:spMkLst>
            <pc:docMk/>
            <pc:sldMk cId="2582379401" sldId="257"/>
            <ac:spMk id="48" creationId="{D57653C7-D153-E55A-657B-1F6F6F7BBD04}"/>
          </ac:spMkLst>
        </pc:spChg>
        <pc:spChg chg="mod">
          <ac:chgData name="mario gomez sanchez celemin" userId="a8b339ff0b81548b" providerId="LiveId" clId="{5383CC43-7FE9-41C8-8D3C-D49AD4E2AC0E}" dt="2025-09-11T14:18:14.854" v="223" actId="20577"/>
          <ac:spMkLst>
            <pc:docMk/>
            <pc:sldMk cId="2582379401" sldId="257"/>
            <ac:spMk id="49" creationId="{C984B37A-B21A-4486-8A79-DF99CC182970}"/>
          </ac:spMkLst>
        </pc:spChg>
        <pc:spChg chg="mod">
          <ac:chgData name="mario gomez sanchez celemin" userId="a8b339ff0b81548b" providerId="LiveId" clId="{5383CC43-7FE9-41C8-8D3C-D49AD4E2AC0E}" dt="2025-09-11T14:22:11.267" v="389" actId="20577"/>
          <ac:spMkLst>
            <pc:docMk/>
            <pc:sldMk cId="2582379401" sldId="257"/>
            <ac:spMk id="51" creationId="{62EEEE30-D996-3A55-5656-B368E2262B4D}"/>
          </ac:spMkLst>
        </pc:spChg>
        <pc:spChg chg="mod">
          <ac:chgData name="mario gomez sanchez celemin" userId="a8b339ff0b81548b" providerId="LiveId" clId="{5383CC43-7FE9-41C8-8D3C-D49AD4E2AC0E}" dt="2025-09-11T14:17:54.780" v="208"/>
          <ac:spMkLst>
            <pc:docMk/>
            <pc:sldMk cId="2582379401" sldId="257"/>
            <ac:spMk id="53" creationId="{1A8578C8-BB33-A8D8-EADA-75FA79F2DF69}"/>
          </ac:spMkLst>
        </pc:spChg>
        <pc:spChg chg="mod">
          <ac:chgData name="mario gomez sanchez celemin" userId="a8b339ff0b81548b" providerId="LiveId" clId="{5383CC43-7FE9-41C8-8D3C-D49AD4E2AC0E}" dt="2025-09-11T14:18:17.651" v="230" actId="20577"/>
          <ac:spMkLst>
            <pc:docMk/>
            <pc:sldMk cId="2582379401" sldId="257"/>
            <ac:spMk id="54" creationId="{F3298DC5-AE8B-80B2-C046-78556ECA1197}"/>
          </ac:spMkLst>
        </pc:spChg>
        <pc:spChg chg="mod">
          <ac:chgData name="mario gomez sanchez celemin" userId="a8b339ff0b81548b" providerId="LiveId" clId="{5383CC43-7FE9-41C8-8D3C-D49AD4E2AC0E}" dt="2025-09-11T14:22:15.468" v="393" actId="20577"/>
          <ac:spMkLst>
            <pc:docMk/>
            <pc:sldMk cId="2582379401" sldId="257"/>
            <ac:spMk id="56" creationId="{6ECA5BC7-ECA4-0F35-046A-9883060CBA53}"/>
          </ac:spMkLst>
        </pc:spChg>
        <pc:spChg chg="mod">
          <ac:chgData name="mario gomez sanchez celemin" userId="a8b339ff0b81548b" providerId="LiveId" clId="{5383CC43-7FE9-41C8-8D3C-D49AD4E2AC0E}" dt="2025-09-11T14:18:25.094" v="232"/>
          <ac:spMkLst>
            <pc:docMk/>
            <pc:sldMk cId="2582379401" sldId="257"/>
            <ac:spMk id="58" creationId="{CCFD7A79-6316-CBA2-03AA-E7E5E78D224D}"/>
          </ac:spMkLst>
        </pc:spChg>
        <pc:spChg chg="mod">
          <ac:chgData name="mario gomez sanchez celemin" userId="a8b339ff0b81548b" providerId="LiveId" clId="{5383CC43-7FE9-41C8-8D3C-D49AD4E2AC0E}" dt="2025-09-11T14:20:06.703" v="348" actId="1035"/>
          <ac:spMkLst>
            <pc:docMk/>
            <pc:sldMk cId="2582379401" sldId="257"/>
            <ac:spMk id="59" creationId="{D2D8EED9-B5F7-C9FF-CAF0-1395126366D3}"/>
          </ac:spMkLst>
        </pc:spChg>
        <pc:spChg chg="mod">
          <ac:chgData name="mario gomez sanchez celemin" userId="a8b339ff0b81548b" providerId="LiveId" clId="{5383CC43-7FE9-41C8-8D3C-D49AD4E2AC0E}" dt="2025-09-11T14:22:20.747" v="399" actId="20577"/>
          <ac:spMkLst>
            <pc:docMk/>
            <pc:sldMk cId="2582379401" sldId="257"/>
            <ac:spMk id="61" creationId="{622AE97F-614F-FCB2-6300-27976ED9BE42}"/>
          </ac:spMkLst>
        </pc:spChg>
        <pc:spChg chg="mod">
          <ac:chgData name="mario gomez sanchez celemin" userId="a8b339ff0b81548b" providerId="LiveId" clId="{5383CC43-7FE9-41C8-8D3C-D49AD4E2AC0E}" dt="2025-09-11T14:19:05.724" v="270"/>
          <ac:spMkLst>
            <pc:docMk/>
            <pc:sldMk cId="2582379401" sldId="257"/>
            <ac:spMk id="63" creationId="{1C2A59F7-9C56-49BE-103D-C308FE0D1CD5}"/>
          </ac:spMkLst>
        </pc:spChg>
        <pc:spChg chg="mod">
          <ac:chgData name="mario gomez sanchez celemin" userId="a8b339ff0b81548b" providerId="LiveId" clId="{5383CC43-7FE9-41C8-8D3C-D49AD4E2AC0E}" dt="2025-09-11T14:23:39.782" v="431" actId="1076"/>
          <ac:spMkLst>
            <pc:docMk/>
            <pc:sldMk cId="2582379401" sldId="257"/>
            <ac:spMk id="1024" creationId="{FE9D384F-20A6-708D-2C1C-D86494429385}"/>
          </ac:spMkLst>
        </pc:spChg>
        <pc:spChg chg="mod">
          <ac:chgData name="mario gomez sanchez celemin" userId="a8b339ff0b81548b" providerId="LiveId" clId="{5383CC43-7FE9-41C8-8D3C-D49AD4E2AC0E}" dt="2025-09-11T14:22:06.002" v="385" actId="20577"/>
          <ac:spMkLst>
            <pc:docMk/>
            <pc:sldMk cId="2582379401" sldId="257"/>
            <ac:spMk id="1027" creationId="{BF94EC21-27A7-107E-063D-8C119C537BCE}"/>
          </ac:spMkLst>
        </pc:spChg>
        <pc:spChg chg="mod">
          <ac:chgData name="mario gomez sanchez celemin" userId="a8b339ff0b81548b" providerId="LiveId" clId="{5383CC43-7FE9-41C8-8D3C-D49AD4E2AC0E}" dt="2025-09-11T14:19:16.954" v="286"/>
          <ac:spMkLst>
            <pc:docMk/>
            <pc:sldMk cId="2582379401" sldId="257"/>
            <ac:spMk id="1031" creationId="{DFC662FA-F68A-0076-7447-855A6272CC88}"/>
          </ac:spMkLst>
        </pc:spChg>
        <pc:spChg chg="mod">
          <ac:chgData name="mario gomez sanchez celemin" userId="a8b339ff0b81548b" providerId="LiveId" clId="{5383CC43-7FE9-41C8-8D3C-D49AD4E2AC0E}" dt="2025-09-11T14:20:48.296" v="353" actId="1076"/>
          <ac:spMkLst>
            <pc:docMk/>
            <pc:sldMk cId="2582379401" sldId="257"/>
            <ac:spMk id="1033" creationId="{EFE93BAD-C789-4988-250F-2A075A686639}"/>
          </ac:spMkLst>
        </pc:spChg>
        <pc:spChg chg="mod">
          <ac:chgData name="mario gomez sanchez celemin" userId="a8b339ff0b81548b" providerId="LiveId" clId="{5383CC43-7FE9-41C8-8D3C-D49AD4E2AC0E}" dt="2025-09-11T14:19:44.800" v="317"/>
          <ac:spMkLst>
            <pc:docMk/>
            <pc:sldMk cId="2582379401" sldId="257"/>
            <ac:spMk id="1037" creationId="{5C1FD3F6-E83E-5643-0A4A-31B0FB5679BC}"/>
          </ac:spMkLst>
        </pc:spChg>
        <pc:spChg chg="mod">
          <ac:chgData name="mario gomez sanchez celemin" userId="a8b339ff0b81548b" providerId="LiveId" clId="{5383CC43-7FE9-41C8-8D3C-D49AD4E2AC0E}" dt="2025-09-11T14:19:44.800" v="317"/>
          <ac:spMkLst>
            <pc:docMk/>
            <pc:sldMk cId="2582379401" sldId="257"/>
            <ac:spMk id="1041" creationId="{E6B92652-65B3-132C-675B-6E8A2F549888}"/>
          </ac:spMkLst>
        </pc:spChg>
        <pc:spChg chg="mod">
          <ac:chgData name="mario gomez sanchez celemin" userId="a8b339ff0b81548b" providerId="LiveId" clId="{5383CC43-7FE9-41C8-8D3C-D49AD4E2AC0E}" dt="2025-09-11T14:19:44.800" v="317"/>
          <ac:spMkLst>
            <pc:docMk/>
            <pc:sldMk cId="2582379401" sldId="257"/>
            <ac:spMk id="1042" creationId="{46A099DB-8B13-1982-C0C0-FC3FF4488685}"/>
          </ac:spMkLst>
        </pc:spChg>
        <pc:spChg chg="mod">
          <ac:chgData name="mario gomez sanchez celemin" userId="a8b339ff0b81548b" providerId="LiveId" clId="{5383CC43-7FE9-41C8-8D3C-D49AD4E2AC0E}" dt="2025-09-11T14:22:13.435" v="391" actId="20577"/>
          <ac:spMkLst>
            <pc:docMk/>
            <pc:sldMk cId="2582379401" sldId="257"/>
            <ac:spMk id="1044" creationId="{EF157EC1-4C2F-E22E-0403-5A260EE086C6}"/>
          </ac:spMkLst>
        </pc:spChg>
        <pc:spChg chg="mod">
          <ac:chgData name="mario gomez sanchez celemin" userId="a8b339ff0b81548b" providerId="LiveId" clId="{5383CC43-7FE9-41C8-8D3C-D49AD4E2AC0E}" dt="2025-09-11T14:20:43.877" v="351"/>
          <ac:spMkLst>
            <pc:docMk/>
            <pc:sldMk cId="2582379401" sldId="257"/>
            <ac:spMk id="1046" creationId="{45E30A58-F8B8-9745-9D26-23C51FFB6278}"/>
          </ac:spMkLst>
        </pc:spChg>
        <pc:spChg chg="mod">
          <ac:chgData name="mario gomez sanchez celemin" userId="a8b339ff0b81548b" providerId="LiveId" clId="{5383CC43-7FE9-41C8-8D3C-D49AD4E2AC0E}" dt="2025-09-11T14:23:31.972" v="419" actId="14100"/>
          <ac:spMkLst>
            <pc:docMk/>
            <pc:sldMk cId="2582379401" sldId="257"/>
            <ac:spMk id="1047" creationId="{130D7C32-0ACB-07E4-7C42-506F19001CBF}"/>
          </ac:spMkLst>
        </pc:spChg>
        <pc:spChg chg="mod">
          <ac:chgData name="mario gomez sanchez celemin" userId="a8b339ff0b81548b" providerId="LiveId" clId="{5383CC43-7FE9-41C8-8D3C-D49AD4E2AC0E}" dt="2025-09-11T14:21:37.863" v="382"/>
          <ac:spMkLst>
            <pc:docMk/>
            <pc:sldMk cId="2582379401" sldId="257"/>
            <ac:spMk id="1059" creationId="{F9B25C37-6E9B-E0F7-06A1-4E59955BFBDB}"/>
          </ac:spMkLst>
        </pc:spChg>
        <pc:spChg chg="mod">
          <ac:chgData name="mario gomez sanchez celemin" userId="a8b339ff0b81548b" providerId="LiveId" clId="{5383CC43-7FE9-41C8-8D3C-D49AD4E2AC0E}" dt="2025-09-11T14:21:37.863" v="382"/>
          <ac:spMkLst>
            <pc:docMk/>
            <pc:sldMk cId="2582379401" sldId="257"/>
            <ac:spMk id="1061" creationId="{F407D72B-DA0F-138A-0A79-12A7F9C20F5D}"/>
          </ac:spMkLst>
        </pc:spChg>
        <pc:spChg chg="mod">
          <ac:chgData name="mario gomez sanchez celemin" userId="a8b339ff0b81548b" providerId="LiveId" clId="{5383CC43-7FE9-41C8-8D3C-D49AD4E2AC0E}" dt="2025-09-11T14:21:37.863" v="382"/>
          <ac:spMkLst>
            <pc:docMk/>
            <pc:sldMk cId="2582379401" sldId="257"/>
            <ac:spMk id="1066" creationId="{8D5B6815-998A-9970-B31F-DEEEB73A4A88}"/>
          </ac:spMkLst>
        </pc:spChg>
        <pc:spChg chg="mod">
          <ac:chgData name="mario gomez sanchez celemin" userId="a8b339ff0b81548b" providerId="LiveId" clId="{5383CC43-7FE9-41C8-8D3C-D49AD4E2AC0E}" dt="2025-09-11T14:21:37.863" v="382"/>
          <ac:spMkLst>
            <pc:docMk/>
            <pc:sldMk cId="2582379401" sldId="257"/>
            <ac:spMk id="1067" creationId="{8FE3F3A7-5F8D-D7B2-CBD0-CA8479EC68D2}"/>
          </ac:spMkLst>
        </pc:spChg>
        <pc:spChg chg="mod">
          <ac:chgData name="mario gomez sanchez celemin" userId="a8b339ff0b81548b" providerId="LiveId" clId="{5383CC43-7FE9-41C8-8D3C-D49AD4E2AC0E}" dt="2025-09-11T14:21:37.863" v="382"/>
          <ac:spMkLst>
            <pc:docMk/>
            <pc:sldMk cId="2582379401" sldId="257"/>
            <ac:spMk id="1069" creationId="{3D267BAF-AB39-8C71-2828-3591E53B7C6D}"/>
          </ac:spMkLst>
        </pc:spChg>
        <pc:spChg chg="mod">
          <ac:chgData name="mario gomez sanchez celemin" userId="a8b339ff0b81548b" providerId="LiveId" clId="{5383CC43-7FE9-41C8-8D3C-D49AD4E2AC0E}" dt="2025-09-11T14:21:37.863" v="382"/>
          <ac:spMkLst>
            <pc:docMk/>
            <pc:sldMk cId="2582379401" sldId="257"/>
            <ac:spMk id="1074" creationId="{B340AE5D-001B-BBE0-4755-925FAB8770B4}"/>
          </ac:spMkLst>
        </pc:spChg>
        <pc:spChg chg="mod">
          <ac:chgData name="mario gomez sanchez celemin" userId="a8b339ff0b81548b" providerId="LiveId" clId="{5383CC43-7FE9-41C8-8D3C-D49AD4E2AC0E}" dt="2025-09-11T14:21:37.863" v="382"/>
          <ac:spMkLst>
            <pc:docMk/>
            <pc:sldMk cId="2582379401" sldId="257"/>
            <ac:spMk id="1076" creationId="{26453618-E393-1CFF-02A7-EE34DD7C06C3}"/>
          </ac:spMkLst>
        </pc:spChg>
        <pc:spChg chg="mod">
          <ac:chgData name="mario gomez sanchez celemin" userId="a8b339ff0b81548b" providerId="LiveId" clId="{5383CC43-7FE9-41C8-8D3C-D49AD4E2AC0E}" dt="2025-09-11T14:21:37.863" v="382"/>
          <ac:spMkLst>
            <pc:docMk/>
            <pc:sldMk cId="2582379401" sldId="257"/>
            <ac:spMk id="1079" creationId="{FDCD9FD8-C207-4443-3D75-CA329E8F6BA1}"/>
          </ac:spMkLst>
        </pc:spChg>
        <pc:spChg chg="mod">
          <ac:chgData name="mario gomez sanchez celemin" userId="a8b339ff0b81548b" providerId="LiveId" clId="{5383CC43-7FE9-41C8-8D3C-D49AD4E2AC0E}" dt="2025-09-11T14:21:37.863" v="382"/>
          <ac:spMkLst>
            <pc:docMk/>
            <pc:sldMk cId="2582379401" sldId="257"/>
            <ac:spMk id="1081" creationId="{E171A29B-0133-CBBD-D923-59EEACD328E7}"/>
          </ac:spMkLst>
        </pc:spChg>
        <pc:spChg chg="mod">
          <ac:chgData name="mario gomez sanchez celemin" userId="a8b339ff0b81548b" providerId="LiveId" clId="{5383CC43-7FE9-41C8-8D3C-D49AD4E2AC0E}" dt="2025-09-11T14:21:37.863" v="382"/>
          <ac:spMkLst>
            <pc:docMk/>
            <pc:sldMk cId="2582379401" sldId="257"/>
            <ac:spMk id="1087" creationId="{11000921-13EC-4708-948E-72A50D5A9409}"/>
          </ac:spMkLst>
        </pc:spChg>
        <pc:spChg chg="mod">
          <ac:chgData name="mario gomez sanchez celemin" userId="a8b339ff0b81548b" providerId="LiveId" clId="{5383CC43-7FE9-41C8-8D3C-D49AD4E2AC0E}" dt="2025-09-11T14:22:27.857" v="402"/>
          <ac:spMkLst>
            <pc:docMk/>
            <pc:sldMk cId="2582379401" sldId="257"/>
            <ac:spMk id="1094" creationId="{A160535E-E7F0-B918-8B47-3F4C825A3FC8}"/>
          </ac:spMkLst>
        </pc:spChg>
        <pc:spChg chg="mod">
          <ac:chgData name="mario gomez sanchez celemin" userId="a8b339ff0b81548b" providerId="LiveId" clId="{5383CC43-7FE9-41C8-8D3C-D49AD4E2AC0E}" dt="2025-09-11T14:22:27.857" v="402"/>
          <ac:spMkLst>
            <pc:docMk/>
            <pc:sldMk cId="2582379401" sldId="257"/>
            <ac:spMk id="1102" creationId="{AC646EB4-8086-824E-AF5D-8593FA405EE4}"/>
          </ac:spMkLst>
        </pc:spChg>
        <pc:spChg chg="mod">
          <ac:chgData name="mario gomez sanchez celemin" userId="a8b339ff0b81548b" providerId="LiveId" clId="{5383CC43-7FE9-41C8-8D3C-D49AD4E2AC0E}" dt="2025-09-11T14:22:27.857" v="402"/>
          <ac:spMkLst>
            <pc:docMk/>
            <pc:sldMk cId="2582379401" sldId="257"/>
            <ac:spMk id="1104" creationId="{B05B0332-4023-E634-3EBA-9CEDECFB79D8}"/>
          </ac:spMkLst>
        </pc:spChg>
        <pc:spChg chg="mod">
          <ac:chgData name="mario gomez sanchez celemin" userId="a8b339ff0b81548b" providerId="LiveId" clId="{5383CC43-7FE9-41C8-8D3C-D49AD4E2AC0E}" dt="2025-09-11T14:22:27.857" v="402"/>
          <ac:spMkLst>
            <pc:docMk/>
            <pc:sldMk cId="2582379401" sldId="257"/>
            <ac:spMk id="1106" creationId="{8743DC9C-30E8-4F49-A66F-ACC79D258DCB}"/>
          </ac:spMkLst>
        </pc:spChg>
        <pc:spChg chg="mod">
          <ac:chgData name="mario gomez sanchez celemin" userId="a8b339ff0b81548b" providerId="LiveId" clId="{5383CC43-7FE9-41C8-8D3C-D49AD4E2AC0E}" dt="2025-09-11T14:22:27.857" v="402"/>
          <ac:spMkLst>
            <pc:docMk/>
            <pc:sldMk cId="2582379401" sldId="257"/>
            <ac:spMk id="1107" creationId="{FC8A3BFA-221F-D220-454D-6847D26D2A35}"/>
          </ac:spMkLst>
        </pc:spChg>
        <pc:spChg chg="mod">
          <ac:chgData name="mario gomez sanchez celemin" userId="a8b339ff0b81548b" providerId="LiveId" clId="{5383CC43-7FE9-41C8-8D3C-D49AD4E2AC0E}" dt="2025-09-11T14:22:27.857" v="402"/>
          <ac:spMkLst>
            <pc:docMk/>
            <pc:sldMk cId="2582379401" sldId="257"/>
            <ac:spMk id="1111" creationId="{3E504E75-B585-5BF6-AEBF-8131E45B3273}"/>
          </ac:spMkLst>
        </pc:spChg>
        <pc:spChg chg="mod">
          <ac:chgData name="mario gomez sanchez celemin" userId="a8b339ff0b81548b" providerId="LiveId" clId="{5383CC43-7FE9-41C8-8D3C-D49AD4E2AC0E}" dt="2025-09-11T14:22:27.857" v="402"/>
          <ac:spMkLst>
            <pc:docMk/>
            <pc:sldMk cId="2582379401" sldId="257"/>
            <ac:spMk id="1112" creationId="{5C678012-75CE-9947-E86B-C8276CDB8D41}"/>
          </ac:spMkLst>
        </pc:spChg>
        <pc:spChg chg="mod">
          <ac:chgData name="mario gomez sanchez celemin" userId="a8b339ff0b81548b" providerId="LiveId" clId="{5383CC43-7FE9-41C8-8D3C-D49AD4E2AC0E}" dt="2025-09-11T14:22:27.857" v="402"/>
          <ac:spMkLst>
            <pc:docMk/>
            <pc:sldMk cId="2582379401" sldId="257"/>
            <ac:spMk id="1116" creationId="{AB1EAE31-3AFB-2F85-0E39-CBEE8DEC500C}"/>
          </ac:spMkLst>
        </pc:spChg>
        <pc:spChg chg="del topLvl">
          <ac:chgData name="mario gomez sanchez celemin" userId="a8b339ff0b81548b" providerId="LiveId" clId="{5383CC43-7FE9-41C8-8D3C-D49AD4E2AC0E}" dt="2025-09-11T14:23:44.655" v="433" actId="478"/>
          <ac:spMkLst>
            <pc:docMk/>
            <pc:sldMk cId="2582379401" sldId="257"/>
            <ac:spMk id="1119" creationId="{9DCABA93-9B49-5ADF-4F15-9F6FEC3B4809}"/>
          </ac:spMkLst>
        </pc:spChg>
        <pc:spChg chg="mod">
          <ac:chgData name="mario gomez sanchez celemin" userId="a8b339ff0b81548b" providerId="LiveId" clId="{5383CC43-7FE9-41C8-8D3C-D49AD4E2AC0E}" dt="2025-09-11T14:22:27.857" v="402"/>
          <ac:spMkLst>
            <pc:docMk/>
            <pc:sldMk cId="2582379401" sldId="257"/>
            <ac:spMk id="1121" creationId="{DD310D17-6756-74E2-5CF4-B2B555DF1793}"/>
          </ac:spMkLst>
        </pc:spChg>
        <pc:spChg chg="mod">
          <ac:chgData name="mario gomez sanchez celemin" userId="a8b339ff0b81548b" providerId="LiveId" clId="{5383CC43-7FE9-41C8-8D3C-D49AD4E2AC0E}" dt="2025-09-11T14:22:27.857" v="402"/>
          <ac:spMkLst>
            <pc:docMk/>
            <pc:sldMk cId="2582379401" sldId="257"/>
            <ac:spMk id="1124" creationId="{503BE512-29FF-5AAA-B8A5-592DC1453BE5}"/>
          </ac:spMkLst>
        </pc:spChg>
        <pc:spChg chg="add mod">
          <ac:chgData name="mario gomez sanchez celemin" userId="a8b339ff0b81548b" providerId="LiveId" clId="{5383CC43-7FE9-41C8-8D3C-D49AD4E2AC0E}" dt="2025-09-11T14:24:10.661" v="488" actId="1076"/>
          <ac:spMkLst>
            <pc:docMk/>
            <pc:sldMk cId="2582379401" sldId="257"/>
            <ac:spMk id="1128" creationId="{F53D79C1-2347-3FB6-2F75-C66DFE4A073F}"/>
          </ac:spMkLst>
        </pc:spChg>
        <pc:grpChg chg="del">
          <ac:chgData name="mario gomez sanchez celemin" userId="a8b339ff0b81548b" providerId="LiveId" clId="{5383CC43-7FE9-41C8-8D3C-D49AD4E2AC0E}" dt="2025-09-11T14:11:27.854" v="44" actId="478"/>
          <ac:grpSpMkLst>
            <pc:docMk/>
            <pc:sldMk cId="2582379401" sldId="257"/>
            <ac:grpSpMk id="10" creationId="{DEBF2ECB-D066-C1F8-A924-3FA2F5073E89}"/>
          </ac:grpSpMkLst>
        </pc:grpChg>
        <pc:grpChg chg="add mod">
          <ac:chgData name="mario gomez sanchez celemin" userId="a8b339ff0b81548b" providerId="LiveId" clId="{5383CC43-7FE9-41C8-8D3C-D49AD4E2AC0E}" dt="2025-09-11T14:15:19.024" v="144" actId="164"/>
          <ac:grpSpMkLst>
            <pc:docMk/>
            <pc:sldMk cId="2582379401" sldId="257"/>
            <ac:grpSpMk id="11" creationId="{ACE1872B-7730-8B0A-F25B-81D802FC2820}"/>
          </ac:grpSpMkLst>
        </pc:grpChg>
        <pc:grpChg chg="add mod">
          <ac:chgData name="mario gomez sanchez celemin" userId="a8b339ff0b81548b" providerId="LiveId" clId="{5383CC43-7FE9-41C8-8D3C-D49AD4E2AC0E}" dt="2025-09-11T14:15:08.118" v="133" actId="1076"/>
          <ac:grpSpMkLst>
            <pc:docMk/>
            <pc:sldMk cId="2582379401" sldId="257"/>
            <ac:grpSpMk id="12" creationId="{7B9F390F-DE6B-A2DA-23FB-2BC0B0510F95}"/>
          </ac:grpSpMkLst>
        </pc:grpChg>
        <pc:grpChg chg="add mod">
          <ac:chgData name="mario gomez sanchez celemin" userId="a8b339ff0b81548b" providerId="LiveId" clId="{5383CC43-7FE9-41C8-8D3C-D49AD4E2AC0E}" dt="2025-09-11T14:19:53.544" v="320" actId="1076"/>
          <ac:grpSpMkLst>
            <pc:docMk/>
            <pc:sldMk cId="2582379401" sldId="257"/>
            <ac:grpSpMk id="24" creationId="{AD42DAFF-D13B-65CF-28E0-838C515658BD}"/>
          </ac:grpSpMkLst>
        </pc:grpChg>
        <pc:grpChg chg="add del mod">
          <ac:chgData name="mario gomez sanchez celemin" userId="a8b339ff0b81548b" providerId="LiveId" clId="{5383CC43-7FE9-41C8-8D3C-D49AD4E2AC0E}" dt="2025-09-11T14:17:19.293" v="186" actId="478"/>
          <ac:grpSpMkLst>
            <pc:docMk/>
            <pc:sldMk cId="2582379401" sldId="257"/>
            <ac:grpSpMk id="26" creationId="{3834CCDC-DE15-8AD4-0BDF-D66F779477BB}"/>
          </ac:grpSpMkLst>
        </pc:grpChg>
        <pc:grpChg chg="del mod">
          <ac:chgData name="mario gomez sanchez celemin" userId="a8b339ff0b81548b" providerId="LiveId" clId="{5383CC43-7FE9-41C8-8D3C-D49AD4E2AC0E}" dt="2025-09-11T14:17:18.262" v="185" actId="478"/>
          <ac:grpSpMkLst>
            <pc:docMk/>
            <pc:sldMk cId="2582379401" sldId="257"/>
            <ac:grpSpMk id="28" creationId="{4ADC30DB-7D73-85F9-1FBD-113BCA631784}"/>
          </ac:grpSpMkLst>
        </pc:grpChg>
        <pc:grpChg chg="add mod">
          <ac:chgData name="mario gomez sanchez celemin" userId="a8b339ff0b81548b" providerId="LiveId" clId="{5383CC43-7FE9-41C8-8D3C-D49AD4E2AC0E}" dt="2025-09-11T14:19:53.544" v="320" actId="1076"/>
          <ac:grpSpMkLst>
            <pc:docMk/>
            <pc:sldMk cId="2582379401" sldId="257"/>
            <ac:grpSpMk id="40" creationId="{19B254EB-153C-DD89-7B2B-B85FEA1916E5}"/>
          </ac:grpSpMkLst>
        </pc:grpChg>
        <pc:grpChg chg="mod">
          <ac:chgData name="mario gomez sanchez celemin" userId="a8b339ff0b81548b" providerId="LiveId" clId="{5383CC43-7FE9-41C8-8D3C-D49AD4E2AC0E}" dt="2025-09-11T14:17:26.493" v="189"/>
          <ac:grpSpMkLst>
            <pc:docMk/>
            <pc:sldMk cId="2582379401" sldId="257"/>
            <ac:grpSpMk id="42" creationId="{EEAA11A4-3ABC-69A5-B732-33761064D035}"/>
          </ac:grpSpMkLst>
        </pc:grpChg>
        <pc:grpChg chg="add mod">
          <ac:chgData name="mario gomez sanchez celemin" userId="a8b339ff0b81548b" providerId="LiveId" clId="{5383CC43-7FE9-41C8-8D3C-D49AD4E2AC0E}" dt="2025-09-11T14:21:05.825" v="370" actId="1035"/>
          <ac:grpSpMkLst>
            <pc:docMk/>
            <pc:sldMk cId="2582379401" sldId="257"/>
            <ac:grpSpMk id="45" creationId="{AB597778-60E7-4084-0940-880D5D758453}"/>
          </ac:grpSpMkLst>
        </pc:grpChg>
        <pc:grpChg chg="mod">
          <ac:chgData name="mario gomez sanchez celemin" userId="a8b339ff0b81548b" providerId="LiveId" clId="{5383CC43-7FE9-41C8-8D3C-D49AD4E2AC0E}" dt="2025-09-11T14:17:54.780" v="208"/>
          <ac:grpSpMkLst>
            <pc:docMk/>
            <pc:sldMk cId="2582379401" sldId="257"/>
            <ac:grpSpMk id="47" creationId="{7A769892-5721-895F-B668-969BF3C3FC0F}"/>
          </ac:grpSpMkLst>
        </pc:grpChg>
        <pc:grpChg chg="add mod">
          <ac:chgData name="mario gomez sanchez celemin" userId="a8b339ff0b81548b" providerId="LiveId" clId="{5383CC43-7FE9-41C8-8D3C-D49AD4E2AC0E}" dt="2025-09-11T14:21:05.825" v="370" actId="1035"/>
          <ac:grpSpMkLst>
            <pc:docMk/>
            <pc:sldMk cId="2582379401" sldId="257"/>
            <ac:grpSpMk id="50" creationId="{4C26A538-F716-DFDD-41C6-C11F2597DC22}"/>
          </ac:grpSpMkLst>
        </pc:grpChg>
        <pc:grpChg chg="mod">
          <ac:chgData name="mario gomez sanchez celemin" userId="a8b339ff0b81548b" providerId="LiveId" clId="{5383CC43-7FE9-41C8-8D3C-D49AD4E2AC0E}" dt="2025-09-11T14:17:54.780" v="208"/>
          <ac:grpSpMkLst>
            <pc:docMk/>
            <pc:sldMk cId="2582379401" sldId="257"/>
            <ac:grpSpMk id="52" creationId="{C62530AD-2D90-1EAB-A910-B84033119C1F}"/>
          </ac:grpSpMkLst>
        </pc:grpChg>
        <pc:grpChg chg="add mod">
          <ac:chgData name="mario gomez sanchez celemin" userId="a8b339ff0b81548b" providerId="LiveId" clId="{5383CC43-7FE9-41C8-8D3C-D49AD4E2AC0E}" dt="2025-09-11T14:19:02.687" v="269" actId="1076"/>
          <ac:grpSpMkLst>
            <pc:docMk/>
            <pc:sldMk cId="2582379401" sldId="257"/>
            <ac:grpSpMk id="55" creationId="{F44CBF67-76AB-A479-AF1E-903D080BC2B8}"/>
          </ac:grpSpMkLst>
        </pc:grpChg>
        <pc:grpChg chg="mod">
          <ac:chgData name="mario gomez sanchez celemin" userId="a8b339ff0b81548b" providerId="LiveId" clId="{5383CC43-7FE9-41C8-8D3C-D49AD4E2AC0E}" dt="2025-09-11T14:18:25.094" v="232"/>
          <ac:grpSpMkLst>
            <pc:docMk/>
            <pc:sldMk cId="2582379401" sldId="257"/>
            <ac:grpSpMk id="57" creationId="{840D076B-487F-CDB5-BB1E-EAD68B1D06AB}"/>
          </ac:grpSpMkLst>
        </pc:grpChg>
        <pc:grpChg chg="add mod">
          <ac:chgData name="mario gomez sanchez celemin" userId="a8b339ff0b81548b" providerId="LiveId" clId="{5383CC43-7FE9-41C8-8D3C-D49AD4E2AC0E}" dt="2025-09-11T14:19:53.544" v="320" actId="1076"/>
          <ac:grpSpMkLst>
            <pc:docMk/>
            <pc:sldMk cId="2582379401" sldId="257"/>
            <ac:grpSpMk id="60" creationId="{4223AC58-920C-29DF-9F9C-BF124B319F3D}"/>
          </ac:grpSpMkLst>
        </pc:grpChg>
        <pc:grpChg chg="mod">
          <ac:chgData name="mario gomez sanchez celemin" userId="a8b339ff0b81548b" providerId="LiveId" clId="{5383CC43-7FE9-41C8-8D3C-D49AD4E2AC0E}" dt="2025-09-11T14:19:05.724" v="270"/>
          <ac:grpSpMkLst>
            <pc:docMk/>
            <pc:sldMk cId="2582379401" sldId="257"/>
            <ac:grpSpMk id="62" creationId="{BDEC2567-AE96-C4ED-A54B-FDA0C8F90825}"/>
          </ac:grpSpMkLst>
        </pc:grpChg>
        <pc:grpChg chg="add mod">
          <ac:chgData name="mario gomez sanchez celemin" userId="a8b339ff0b81548b" providerId="LiveId" clId="{5383CC43-7FE9-41C8-8D3C-D49AD4E2AC0E}" dt="2025-09-11T14:21:05.825" v="370" actId="1035"/>
          <ac:grpSpMkLst>
            <pc:docMk/>
            <pc:sldMk cId="2582379401" sldId="257"/>
            <ac:grpSpMk id="1025" creationId="{93BE3674-7913-C613-708B-52DF26A3AEFA}"/>
          </ac:grpSpMkLst>
        </pc:grpChg>
        <pc:grpChg chg="mod">
          <ac:chgData name="mario gomez sanchez celemin" userId="a8b339ff0b81548b" providerId="LiveId" clId="{5383CC43-7FE9-41C8-8D3C-D49AD4E2AC0E}" dt="2025-09-11T14:19:16.954" v="286"/>
          <ac:grpSpMkLst>
            <pc:docMk/>
            <pc:sldMk cId="2582379401" sldId="257"/>
            <ac:grpSpMk id="1029" creationId="{142B6685-EC84-76EC-FB39-9B5B610E4588}"/>
          </ac:grpSpMkLst>
        </pc:grpChg>
        <pc:grpChg chg="add mod">
          <ac:chgData name="mario gomez sanchez celemin" userId="a8b339ff0b81548b" providerId="LiveId" clId="{5383CC43-7FE9-41C8-8D3C-D49AD4E2AC0E}" dt="2025-09-11T14:19:54.165" v="321" actId="1076"/>
          <ac:grpSpMkLst>
            <pc:docMk/>
            <pc:sldMk cId="2582379401" sldId="257"/>
            <ac:grpSpMk id="1035" creationId="{932DC27E-A996-7901-EFDF-84DC4146CB4C}"/>
          </ac:grpSpMkLst>
        </pc:grpChg>
        <pc:grpChg chg="mod">
          <ac:chgData name="mario gomez sanchez celemin" userId="a8b339ff0b81548b" providerId="LiveId" clId="{5383CC43-7FE9-41C8-8D3C-D49AD4E2AC0E}" dt="2025-09-11T14:19:44.800" v="317"/>
          <ac:grpSpMkLst>
            <pc:docMk/>
            <pc:sldMk cId="2582379401" sldId="257"/>
            <ac:grpSpMk id="1039" creationId="{0B6002F2-BE4D-8813-5208-4E8E3180D9FD}"/>
          </ac:grpSpMkLst>
        </pc:grpChg>
        <pc:grpChg chg="add mod">
          <ac:chgData name="mario gomez sanchez celemin" userId="a8b339ff0b81548b" providerId="LiveId" clId="{5383CC43-7FE9-41C8-8D3C-D49AD4E2AC0E}" dt="2025-09-11T14:24:16.750" v="489" actId="1035"/>
          <ac:grpSpMkLst>
            <pc:docMk/>
            <pc:sldMk cId="2582379401" sldId="257"/>
            <ac:grpSpMk id="1043" creationId="{164B0A3E-419F-9620-205F-B55B340FA1C4}"/>
          </ac:grpSpMkLst>
        </pc:grpChg>
        <pc:grpChg chg="mod">
          <ac:chgData name="mario gomez sanchez celemin" userId="a8b339ff0b81548b" providerId="LiveId" clId="{5383CC43-7FE9-41C8-8D3C-D49AD4E2AC0E}" dt="2025-09-11T14:20:43.877" v="351"/>
          <ac:grpSpMkLst>
            <pc:docMk/>
            <pc:sldMk cId="2582379401" sldId="257"/>
            <ac:grpSpMk id="1045" creationId="{D58C6179-DAA9-4E3F-EB1F-C6EDD75962CD}"/>
          </ac:grpSpMkLst>
        </pc:grpChg>
        <pc:grpChg chg="del mod">
          <ac:chgData name="mario gomez sanchez celemin" userId="a8b339ff0b81548b" providerId="LiveId" clId="{5383CC43-7FE9-41C8-8D3C-D49AD4E2AC0E}" dt="2025-09-11T14:22:24.372" v="400" actId="478"/>
          <ac:grpSpMkLst>
            <pc:docMk/>
            <pc:sldMk cId="2582379401" sldId="257"/>
            <ac:grpSpMk id="1048" creationId="{70E24229-9C82-3238-A374-BF20330E33EA}"/>
          </ac:grpSpMkLst>
        </pc:grpChg>
        <pc:grpChg chg="del mod">
          <ac:chgData name="mario gomez sanchez celemin" userId="a8b339ff0b81548b" providerId="LiveId" clId="{5383CC43-7FE9-41C8-8D3C-D49AD4E2AC0E}" dt="2025-09-11T14:22:24.372" v="400" actId="478"/>
          <ac:grpSpMkLst>
            <pc:docMk/>
            <pc:sldMk cId="2582379401" sldId="257"/>
            <ac:grpSpMk id="1053" creationId="{BF9B9F78-913A-79ED-E755-FA764114FD80}"/>
          </ac:grpSpMkLst>
        </pc:grpChg>
        <pc:grpChg chg="del mod">
          <ac:chgData name="mario gomez sanchez celemin" userId="a8b339ff0b81548b" providerId="LiveId" clId="{5383CC43-7FE9-41C8-8D3C-D49AD4E2AC0E}" dt="2025-09-11T14:22:24.372" v="400" actId="478"/>
          <ac:grpSpMkLst>
            <pc:docMk/>
            <pc:sldMk cId="2582379401" sldId="257"/>
            <ac:grpSpMk id="1058" creationId="{4D99F914-6798-D63E-2B7D-2E59FB83C96D}"/>
          </ac:grpSpMkLst>
        </pc:grpChg>
        <pc:grpChg chg="del mod">
          <ac:chgData name="mario gomez sanchez celemin" userId="a8b339ff0b81548b" providerId="LiveId" clId="{5383CC43-7FE9-41C8-8D3C-D49AD4E2AC0E}" dt="2025-09-11T14:22:24.372" v="400" actId="478"/>
          <ac:grpSpMkLst>
            <pc:docMk/>
            <pc:sldMk cId="2582379401" sldId="257"/>
            <ac:grpSpMk id="1063" creationId="{9E27FD0F-39F7-D97E-E551-5C6FE8511511}"/>
          </ac:grpSpMkLst>
        </pc:grpChg>
        <pc:grpChg chg="del mod">
          <ac:chgData name="mario gomez sanchez celemin" userId="a8b339ff0b81548b" providerId="LiveId" clId="{5383CC43-7FE9-41C8-8D3C-D49AD4E2AC0E}" dt="2025-09-11T14:22:24.372" v="400" actId="478"/>
          <ac:grpSpMkLst>
            <pc:docMk/>
            <pc:sldMk cId="2582379401" sldId="257"/>
            <ac:grpSpMk id="1068" creationId="{6DE89D83-64C6-1470-2F97-BCC9F0B2F6F9}"/>
          </ac:grpSpMkLst>
        </pc:grpChg>
        <pc:grpChg chg="del mod">
          <ac:chgData name="mario gomez sanchez celemin" userId="a8b339ff0b81548b" providerId="LiveId" clId="{5383CC43-7FE9-41C8-8D3C-D49AD4E2AC0E}" dt="2025-09-11T14:22:24.372" v="400" actId="478"/>
          <ac:grpSpMkLst>
            <pc:docMk/>
            <pc:sldMk cId="2582379401" sldId="257"/>
            <ac:grpSpMk id="1073" creationId="{9E3564E8-5952-3116-8F2B-AADD9A466E87}"/>
          </ac:grpSpMkLst>
        </pc:grpChg>
        <pc:grpChg chg="del mod">
          <ac:chgData name="mario gomez sanchez celemin" userId="a8b339ff0b81548b" providerId="LiveId" clId="{5383CC43-7FE9-41C8-8D3C-D49AD4E2AC0E}" dt="2025-09-11T14:22:24.899" v="401" actId="478"/>
          <ac:grpSpMkLst>
            <pc:docMk/>
            <pc:sldMk cId="2582379401" sldId="257"/>
            <ac:grpSpMk id="1078" creationId="{993787B1-9E73-378C-93DA-143EB1BBD906}"/>
          </ac:grpSpMkLst>
        </pc:grpChg>
        <pc:grpChg chg="del mod">
          <ac:chgData name="mario gomez sanchez celemin" userId="a8b339ff0b81548b" providerId="LiveId" clId="{5383CC43-7FE9-41C8-8D3C-D49AD4E2AC0E}" dt="2025-09-11T14:22:24.372" v="400" actId="478"/>
          <ac:grpSpMkLst>
            <pc:docMk/>
            <pc:sldMk cId="2582379401" sldId="257"/>
            <ac:grpSpMk id="1083" creationId="{6AE2ABF1-10CA-11F6-1DA2-BE23B1DEC1EE}"/>
          </ac:grpSpMkLst>
        </pc:grpChg>
        <pc:grpChg chg="del mod">
          <ac:chgData name="mario gomez sanchez celemin" userId="a8b339ff0b81548b" providerId="LiveId" clId="{5383CC43-7FE9-41C8-8D3C-D49AD4E2AC0E}" dt="2025-09-11T14:23:42.709" v="432" actId="478"/>
          <ac:grpSpMkLst>
            <pc:docMk/>
            <pc:sldMk cId="2582379401" sldId="257"/>
            <ac:grpSpMk id="1088" creationId="{A34A0F01-DB3B-495E-96FA-19C7D3803B0F}"/>
          </ac:grpSpMkLst>
        </pc:grpChg>
        <pc:grpChg chg="del mod">
          <ac:chgData name="mario gomez sanchez celemin" userId="a8b339ff0b81548b" providerId="LiveId" clId="{5383CC43-7FE9-41C8-8D3C-D49AD4E2AC0E}" dt="2025-09-11T14:23:42.709" v="432" actId="478"/>
          <ac:grpSpMkLst>
            <pc:docMk/>
            <pc:sldMk cId="2582379401" sldId="257"/>
            <ac:grpSpMk id="1093" creationId="{D9A58112-54BC-0E5C-0CC7-3ACBC1E2ABEA}"/>
          </ac:grpSpMkLst>
        </pc:grpChg>
        <pc:grpChg chg="del mod">
          <ac:chgData name="mario gomez sanchez celemin" userId="a8b339ff0b81548b" providerId="LiveId" clId="{5383CC43-7FE9-41C8-8D3C-D49AD4E2AC0E}" dt="2025-09-11T14:23:42.709" v="432" actId="478"/>
          <ac:grpSpMkLst>
            <pc:docMk/>
            <pc:sldMk cId="2582379401" sldId="257"/>
            <ac:grpSpMk id="1098" creationId="{F6933A20-167A-7205-FC9A-60BB79440A35}"/>
          </ac:grpSpMkLst>
        </pc:grpChg>
        <pc:grpChg chg="del mod">
          <ac:chgData name="mario gomez sanchez celemin" userId="a8b339ff0b81548b" providerId="LiveId" clId="{5383CC43-7FE9-41C8-8D3C-D49AD4E2AC0E}" dt="2025-09-11T14:23:42.709" v="432" actId="478"/>
          <ac:grpSpMkLst>
            <pc:docMk/>
            <pc:sldMk cId="2582379401" sldId="257"/>
            <ac:grpSpMk id="1103" creationId="{E0E8A238-564E-8555-5F1E-03B595DA8BF4}"/>
          </ac:grpSpMkLst>
        </pc:grpChg>
        <pc:grpChg chg="del mod">
          <ac:chgData name="mario gomez sanchez celemin" userId="a8b339ff0b81548b" providerId="LiveId" clId="{5383CC43-7FE9-41C8-8D3C-D49AD4E2AC0E}" dt="2025-09-11T14:23:42.709" v="432" actId="478"/>
          <ac:grpSpMkLst>
            <pc:docMk/>
            <pc:sldMk cId="2582379401" sldId="257"/>
            <ac:grpSpMk id="1108" creationId="{F28E8F33-EA13-BFD6-1F15-722D68FD8132}"/>
          </ac:grpSpMkLst>
        </pc:grpChg>
        <pc:grpChg chg="del mod">
          <ac:chgData name="mario gomez sanchez celemin" userId="a8b339ff0b81548b" providerId="LiveId" clId="{5383CC43-7FE9-41C8-8D3C-D49AD4E2AC0E}" dt="2025-09-11T14:23:42.709" v="432" actId="478"/>
          <ac:grpSpMkLst>
            <pc:docMk/>
            <pc:sldMk cId="2582379401" sldId="257"/>
            <ac:grpSpMk id="1113" creationId="{E3F85F74-01EB-FFCC-0F33-3B4D36436BF5}"/>
          </ac:grpSpMkLst>
        </pc:grpChg>
        <pc:grpChg chg="del mod">
          <ac:chgData name="mario gomez sanchez celemin" userId="a8b339ff0b81548b" providerId="LiveId" clId="{5383CC43-7FE9-41C8-8D3C-D49AD4E2AC0E}" dt="2025-09-11T14:23:44.655" v="433" actId="478"/>
          <ac:grpSpMkLst>
            <pc:docMk/>
            <pc:sldMk cId="2582379401" sldId="257"/>
            <ac:grpSpMk id="1118" creationId="{C75BD446-1C69-E28D-9F8B-9E09F2BA00C7}"/>
          </ac:grpSpMkLst>
        </pc:grpChg>
        <pc:grpChg chg="del topLvl">
          <ac:chgData name="mario gomez sanchez celemin" userId="a8b339ff0b81548b" providerId="LiveId" clId="{5383CC43-7FE9-41C8-8D3C-D49AD4E2AC0E}" dt="2025-09-11T14:23:45.611" v="434" actId="478"/>
          <ac:grpSpMkLst>
            <pc:docMk/>
            <pc:sldMk cId="2582379401" sldId="257"/>
            <ac:grpSpMk id="1120" creationId="{077C3DB4-B66F-3708-DB6E-D692AF78E214}"/>
          </ac:grpSpMkLst>
        </pc:grpChg>
        <pc:grpChg chg="del mod">
          <ac:chgData name="mario gomez sanchez celemin" userId="a8b339ff0b81548b" providerId="LiveId" clId="{5383CC43-7FE9-41C8-8D3C-D49AD4E2AC0E}" dt="2025-09-11T14:23:42.709" v="432" actId="478"/>
          <ac:grpSpMkLst>
            <pc:docMk/>
            <pc:sldMk cId="2582379401" sldId="257"/>
            <ac:grpSpMk id="1123" creationId="{5F8B5E3F-8FAD-9C9E-B0B3-011A8C60DB8E}"/>
          </ac:grpSpMkLst>
        </pc:grpChg>
        <pc:picChg chg="del">
          <ac:chgData name="mario gomez sanchez celemin" userId="a8b339ff0b81548b" providerId="LiveId" clId="{5383CC43-7FE9-41C8-8D3C-D49AD4E2AC0E}" dt="2025-09-11T14:11:27.188" v="43" actId="478"/>
          <ac:picMkLst>
            <pc:docMk/>
            <pc:sldMk cId="2582379401" sldId="257"/>
            <ac:picMk id="1026" creationId="{66A0EF1C-D6F0-38EA-4D80-1BFC26790B73}"/>
          </ac:picMkLst>
        </pc:picChg>
        <pc:picChg chg="del">
          <ac:chgData name="mario gomez sanchez celemin" userId="a8b339ff0b81548b" providerId="LiveId" clId="{5383CC43-7FE9-41C8-8D3C-D49AD4E2AC0E}" dt="2025-09-11T14:11:31.654" v="51" actId="478"/>
          <ac:picMkLst>
            <pc:docMk/>
            <pc:sldMk cId="2582379401" sldId="257"/>
            <ac:picMk id="1028" creationId="{AA1FCFB1-51D2-FA33-A5DE-EFF46AFEBC05}"/>
          </ac:picMkLst>
        </pc:picChg>
        <pc:picChg chg="del">
          <ac:chgData name="mario gomez sanchez celemin" userId="a8b339ff0b81548b" providerId="LiveId" clId="{5383CC43-7FE9-41C8-8D3C-D49AD4E2AC0E}" dt="2025-09-11T14:11:26.681" v="42" actId="478"/>
          <ac:picMkLst>
            <pc:docMk/>
            <pc:sldMk cId="2582379401" sldId="257"/>
            <ac:picMk id="1030" creationId="{B958B5C3-D8AA-482C-2350-6F0355D9D53D}"/>
          </ac:picMkLst>
        </pc:picChg>
        <pc:picChg chg="del">
          <ac:chgData name="mario gomez sanchez celemin" userId="a8b339ff0b81548b" providerId="LiveId" clId="{5383CC43-7FE9-41C8-8D3C-D49AD4E2AC0E}" dt="2025-09-11T14:11:28.700" v="45" actId="478"/>
          <ac:picMkLst>
            <pc:docMk/>
            <pc:sldMk cId="2582379401" sldId="257"/>
            <ac:picMk id="1032" creationId="{9B3186CD-8B4D-70D5-C04D-475F060BCA64}"/>
          </ac:picMkLst>
        </pc:picChg>
        <pc:picChg chg="del">
          <ac:chgData name="mario gomez sanchez celemin" userId="a8b339ff0b81548b" providerId="LiveId" clId="{5383CC43-7FE9-41C8-8D3C-D49AD4E2AC0E}" dt="2025-09-11T14:11:29.612" v="47" actId="478"/>
          <ac:picMkLst>
            <pc:docMk/>
            <pc:sldMk cId="2582379401" sldId="257"/>
            <ac:picMk id="1036" creationId="{9A04B346-4993-D04B-05A4-F558A9A1ACF7}"/>
          </ac:picMkLst>
        </pc:picChg>
        <pc:picChg chg="del">
          <ac:chgData name="mario gomez sanchez celemin" userId="a8b339ff0b81548b" providerId="LiveId" clId="{5383CC43-7FE9-41C8-8D3C-D49AD4E2AC0E}" dt="2025-09-11T14:11:25.787" v="40" actId="478"/>
          <ac:picMkLst>
            <pc:docMk/>
            <pc:sldMk cId="2582379401" sldId="257"/>
            <ac:picMk id="1038" creationId="{D02CCE58-3EA2-EB94-71EA-7669FE60E440}"/>
          </ac:picMkLst>
        </pc:picChg>
        <pc:picChg chg="del">
          <ac:chgData name="mario gomez sanchez celemin" userId="a8b339ff0b81548b" providerId="LiveId" clId="{5383CC43-7FE9-41C8-8D3C-D49AD4E2AC0E}" dt="2025-09-11T14:11:32.796" v="53" actId="478"/>
          <ac:picMkLst>
            <pc:docMk/>
            <pc:sldMk cId="2582379401" sldId="257"/>
            <ac:picMk id="1040" creationId="{304FE204-85E0-787A-5330-F68DFFEA33DD}"/>
          </ac:picMkLst>
        </pc:picChg>
        <pc:cxnChg chg="del">
          <ac:chgData name="mario gomez sanchez celemin" userId="a8b339ff0b81548b" providerId="LiveId" clId="{5383CC43-7FE9-41C8-8D3C-D49AD4E2AC0E}" dt="2025-09-11T14:11:33.104" v="54" actId="478"/>
          <ac:cxnSpMkLst>
            <pc:docMk/>
            <pc:sldMk cId="2582379401" sldId="257"/>
            <ac:cxnSpMk id="13" creationId="{BEC507BA-D5B3-7AAB-0FC6-107DFDFEA704}"/>
          </ac:cxnSpMkLst>
        </pc:cxnChg>
        <pc:cxnChg chg="del">
          <ac:chgData name="mario gomez sanchez celemin" userId="a8b339ff0b81548b" providerId="LiveId" clId="{5383CC43-7FE9-41C8-8D3C-D49AD4E2AC0E}" dt="2025-09-11T14:11:31.284" v="50" actId="478"/>
          <ac:cxnSpMkLst>
            <pc:docMk/>
            <pc:sldMk cId="2582379401" sldId="257"/>
            <ac:cxnSpMk id="14" creationId="{7B3403D1-DC80-A844-6B42-950817D52E7E}"/>
          </ac:cxnSpMkLst>
        </pc:cxnChg>
        <pc:cxnChg chg="del">
          <ac:chgData name="mario gomez sanchez celemin" userId="a8b339ff0b81548b" providerId="LiveId" clId="{5383CC43-7FE9-41C8-8D3C-D49AD4E2AC0E}" dt="2025-09-11T14:11:18.380" v="31" actId="478"/>
          <ac:cxnSpMkLst>
            <pc:docMk/>
            <pc:sldMk cId="2582379401" sldId="257"/>
            <ac:cxnSpMk id="16" creationId="{152C8C10-D478-DAD2-358A-35CE467F9D95}"/>
          </ac:cxnSpMkLst>
        </pc:cxnChg>
        <pc:cxnChg chg="del">
          <ac:chgData name="mario gomez sanchez celemin" userId="a8b339ff0b81548b" providerId="LiveId" clId="{5383CC43-7FE9-41C8-8D3C-D49AD4E2AC0E}" dt="2025-09-11T14:11:19.012" v="32" actId="478"/>
          <ac:cxnSpMkLst>
            <pc:docMk/>
            <pc:sldMk cId="2582379401" sldId="257"/>
            <ac:cxnSpMk id="20" creationId="{005DD591-F614-0663-2E0E-753C869C0C37}"/>
          </ac:cxnSpMkLst>
        </pc:cxnChg>
        <pc:cxnChg chg="del">
          <ac:chgData name="mario gomez sanchez celemin" userId="a8b339ff0b81548b" providerId="LiveId" clId="{5383CC43-7FE9-41C8-8D3C-D49AD4E2AC0E}" dt="2025-09-11T14:11:32.213" v="52" actId="478"/>
          <ac:cxnSpMkLst>
            <pc:docMk/>
            <pc:sldMk cId="2582379401" sldId="257"/>
            <ac:cxnSpMk id="25" creationId="{76B96E88-638D-0DDF-3276-D5AD57D56434}"/>
          </ac:cxnSpMkLst>
        </pc:cxnChg>
        <pc:cxnChg chg="del">
          <ac:chgData name="mario gomez sanchez celemin" userId="a8b339ff0b81548b" providerId="LiveId" clId="{5383CC43-7FE9-41C8-8D3C-D49AD4E2AC0E}" dt="2025-09-11T14:11:20.513" v="33" actId="478"/>
          <ac:cxnSpMkLst>
            <pc:docMk/>
            <pc:sldMk cId="2582379401" sldId="257"/>
            <ac:cxnSpMk id="30" creationId="{01F2173B-CBA3-A518-F5CE-EFC236414EE3}"/>
          </ac:cxnSpMkLst>
        </pc:cxnChg>
        <pc:cxnChg chg="del">
          <ac:chgData name="mario gomez sanchez celemin" userId="a8b339ff0b81548b" providerId="LiveId" clId="{5383CC43-7FE9-41C8-8D3C-D49AD4E2AC0E}" dt="2025-09-11T14:11:20.513" v="33" actId="478"/>
          <ac:cxnSpMkLst>
            <pc:docMk/>
            <pc:sldMk cId="2582379401" sldId="257"/>
            <ac:cxnSpMk id="32" creationId="{1172C77A-D4BF-A190-4C2E-AB0BDF366D61}"/>
          </ac:cxnSpMkLst>
        </pc:cxnChg>
        <pc:cxnChg chg="del">
          <ac:chgData name="mario gomez sanchez celemin" userId="a8b339ff0b81548b" providerId="LiveId" clId="{5383CC43-7FE9-41C8-8D3C-D49AD4E2AC0E}" dt="2025-09-11T14:11:20.513" v="33" actId="478"/>
          <ac:cxnSpMkLst>
            <pc:docMk/>
            <pc:sldMk cId="2582379401" sldId="257"/>
            <ac:cxnSpMk id="34" creationId="{D07DF4A3-A224-96C1-3E95-BB7A16EC995D}"/>
          </ac:cxnSpMkLst>
        </pc:cxnChg>
        <pc:cxnChg chg="del">
          <ac:chgData name="mario gomez sanchez celemin" userId="a8b339ff0b81548b" providerId="LiveId" clId="{5383CC43-7FE9-41C8-8D3C-D49AD4E2AC0E}" dt="2025-09-11T14:11:30.109" v="48" actId="478"/>
          <ac:cxnSpMkLst>
            <pc:docMk/>
            <pc:sldMk cId="2582379401" sldId="257"/>
            <ac:cxnSpMk id="36" creationId="{8CB40160-6FD1-0432-3F02-161A2B3FAD87}"/>
          </ac:cxnSpMkLst>
        </pc:cxnChg>
        <pc:cxnChg chg="del">
          <ac:chgData name="mario gomez sanchez celemin" userId="a8b339ff0b81548b" providerId="LiveId" clId="{5383CC43-7FE9-41C8-8D3C-D49AD4E2AC0E}" dt="2025-09-11T14:11:29.119" v="46" actId="478"/>
          <ac:cxnSpMkLst>
            <pc:docMk/>
            <pc:sldMk cId="2582379401" sldId="257"/>
            <ac:cxnSpMk id="37" creationId="{FB8452EE-B769-B616-2E8A-F9EFA7EBAC3F}"/>
          </ac:cxnSpMkLst>
        </pc:cxnChg>
        <pc:cxnChg chg="del">
          <ac:chgData name="mario gomez sanchez celemin" userId="a8b339ff0b81548b" providerId="LiveId" clId="{5383CC43-7FE9-41C8-8D3C-D49AD4E2AC0E}" dt="2025-09-11T14:11:26.316" v="41" actId="478"/>
          <ac:cxnSpMkLst>
            <pc:docMk/>
            <pc:sldMk cId="2582379401" sldId="257"/>
            <ac:cxnSpMk id="39" creationId="{44AE9386-4285-D149-3B45-86BB5B7ECA8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30732-B2E1-099F-A26C-E5B72C179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DB6464-CA9C-56F0-E8C9-DFCEC0D0E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B62B7F-758E-8B04-EA12-4EB1999E2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A7C-36DD-48F7-835A-10A6A1C1453E}" type="datetimeFigureOut">
              <a:rPr lang="es-ES" smtClean="0"/>
              <a:t>11/09/2025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35C0954-7A67-26B3-27BA-5609832F9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6E2C40-BC2C-9B10-32FE-BB77CF710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182C-F59C-4C77-87E1-B9427D6CDE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79143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823B9-3877-FC6B-BD5F-2ECCAC414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0A56E06-EA4A-CFE8-E979-6A20449FC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1DB201-6682-DFB1-F2AF-5584F8548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A7C-36DD-48F7-835A-10A6A1C1453E}" type="datetimeFigureOut">
              <a:rPr lang="es-ES" smtClean="0"/>
              <a:t>11/09/2025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34C3C6-30E3-83D1-0EF2-18909CB2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500376-4C4C-6280-2D1B-F755A158D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182C-F59C-4C77-87E1-B9427D6CDE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20765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1D5DB6-B707-0045-5FDF-1F3EE7946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25F322-5696-FAAD-374E-F50F9C29C5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96AC69-427B-6C25-2434-63912FBA6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A7C-36DD-48F7-835A-10A6A1C1453E}" type="datetimeFigureOut">
              <a:rPr lang="es-ES" smtClean="0"/>
              <a:t>11/09/2025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8D672D-EC82-6258-E634-9BBECA261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512E23-B6B3-1958-D68F-9B31F95B1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182C-F59C-4C77-87E1-B9427D6CDE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0331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E50806-30FD-324D-A939-2D9C45ABC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1AC435-4467-D62B-59A8-0B5CDA41E1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A69145F-87B2-DE03-FFB3-688B339D0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53EE95-2B62-7882-E79D-999E386B7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A7C-36DD-48F7-835A-10A6A1C1453E}" type="datetimeFigureOut">
              <a:rPr lang="es-ES" smtClean="0"/>
              <a:t>11/09/2025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41A421E-6592-1317-F3B7-15A38F5EA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3E88A17-6100-76AF-6A7A-6F70ED0DE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182C-F59C-4C77-87E1-B9427D6CDE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55883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676050-E9AB-484B-DE0F-8A30B76A6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DDF026-4940-CF24-2BCD-B622B881E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19054D-9439-E6B9-4C66-73489FE2B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11C699B-5C08-674E-2240-028999F6EB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29D6CD6-E8BA-2FD6-07FE-B005F5ACA3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2665ADD-63E7-2BF5-D564-006CCD796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A7C-36DD-48F7-835A-10A6A1C1453E}" type="datetimeFigureOut">
              <a:rPr lang="es-ES" smtClean="0"/>
              <a:t>11/09/2025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84AD609-A815-1D7D-6FC0-7690AF75B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1628D4D-3239-F2D2-2B89-F93EE5AF8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182C-F59C-4C77-87E1-B9427D6CDE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6936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E2BE5A-1232-EDCA-0527-49DAA943C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C3CFCD4-0D72-0B25-EFAA-56896406A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A7C-36DD-48F7-835A-10A6A1C1453E}" type="datetimeFigureOut">
              <a:rPr lang="es-ES" smtClean="0"/>
              <a:t>11/09/2025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4B75149-49FD-34A9-F83B-A00D64143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90B7561-1D52-59E7-36E1-39C11296E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182C-F59C-4C77-87E1-B9427D6CDE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434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D7F4764-3E66-C32E-57B0-27CD553A1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A7C-36DD-48F7-835A-10A6A1C1453E}" type="datetimeFigureOut">
              <a:rPr lang="es-ES" smtClean="0"/>
              <a:t>11/09/2025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7338BDD-CC4B-0EA7-DDE9-C1D91DBF1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FD185A-46EA-FD16-977E-389E8E2B4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182C-F59C-4C77-87E1-B9427D6CDE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6252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B61E43-3ACF-DD37-CF82-A1A3D5CEE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FE783E-7892-47E9-74F7-80E6C736A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DA1BEA-72B0-5522-A9DF-2FC4B72BDF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3760A11-F6D7-2198-3DD4-D006C9563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A7C-36DD-48F7-835A-10A6A1C1453E}" type="datetimeFigureOut">
              <a:rPr lang="es-ES" smtClean="0"/>
              <a:t>11/09/2025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FE3C1E-4C40-2201-5EE6-0116E9170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0DA7CCD-1B35-A088-F037-E99CA04C1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182C-F59C-4C77-87E1-B9427D6CDE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0279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0C5576-5435-7AF7-2B32-813D9128BD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E81893E-43C1-1A00-38E4-5FCEAA7B4C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95C32A8-AF8B-2DCE-1248-2BAA1FAA4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BB22A9C-F505-4DEC-B001-FD2FF501F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A7C-36DD-48F7-835A-10A6A1C1453E}" type="datetimeFigureOut">
              <a:rPr lang="es-ES" smtClean="0"/>
              <a:t>11/09/2025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C0BC09-7101-C7C6-E0F0-B8C98A817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5C4765-106D-EEA0-57B8-83CFBE44A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182C-F59C-4C77-87E1-B9427D6CDE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4700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AAC34A-0916-5C06-7D6C-A2DF80B4B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0C39509-7825-5937-B513-ACA855C536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D0F761-BF70-3246-D164-C6801E626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A7C-36DD-48F7-835A-10A6A1C1453E}" type="datetimeFigureOut">
              <a:rPr lang="es-ES" smtClean="0"/>
              <a:t>11/09/2025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340640-8A7B-BF54-5396-16A20FA1A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40BD37-B105-7F2A-95EE-9FD589E9E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182C-F59C-4C77-87E1-B9427D6CDE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6127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92F33FF-D4B0-7BC7-41B0-737E219CE3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FB055DF-E3B5-97ED-9891-A44B29403B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3EAFA9-4E92-CB88-C49B-71FD87F34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890A7C-36DD-48F7-835A-10A6A1C1453E}" type="datetimeFigureOut">
              <a:rPr lang="es-ES" smtClean="0"/>
              <a:t>11/09/2025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0915E6-9EA2-7A63-F8D0-7699FABBB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8FD33E-2357-D8BF-B648-F825E4ACD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182C-F59C-4C77-87E1-B9427D6CDE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9740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D534698-A3CE-AFAC-6DE6-FACE6E6CE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8F87711-6441-A514-F7EE-ADCCAC9D57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52E85F-F189-3356-AF78-9D8E7109F2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890A7C-36DD-48F7-835A-10A6A1C1453E}" type="datetimeFigureOut">
              <a:rPr lang="es-ES" smtClean="0"/>
              <a:t>11/09/2025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60B3F4-ADEB-7CDD-BE4A-9764EDBC0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DD2AC3-A8C7-1165-034C-C9AA9ED68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7A182C-F59C-4C77-87E1-B9427D6CDE43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5784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jpeg"/><Relationship Id="rId7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0" name="Picture 16" descr="China Low Price L298N Módulo de placa de conductor de motor - Cotización -  GNS COMPONENTS">
            <a:extLst>
              <a:ext uri="{FF2B5EF4-FFF2-40B4-BE49-F238E27FC236}">
                <a16:creationId xmlns:a16="http://schemas.microsoft.com/office/drawing/2014/main" id="{54A7F832-75B3-DE2E-6578-45289732A6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518" y="1866166"/>
            <a:ext cx="887962" cy="693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ESP32-S3-DevKitM-1-N8 Espressif Systems | Mouser España">
            <a:extLst>
              <a:ext uri="{FF2B5EF4-FFF2-40B4-BE49-F238E27FC236}">
                <a16:creationId xmlns:a16="http://schemas.microsoft.com/office/drawing/2014/main" id="{14A189FB-BEB3-10FA-5938-D795CF071D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274" y="2192129"/>
            <a:ext cx="803148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EDF22BCB-4337-5F20-9A28-F403498F2B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86621" y="2408040"/>
            <a:ext cx="418338" cy="41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eb,app,vector,simple,symbol,badge,icon,digital,emblem,icons,computer,pc,mac,cpu,technology,internet,tech,screen,processor,business,web  icon,vector icon,computer icon">
            <a:extLst>
              <a:ext uri="{FF2B5EF4-FFF2-40B4-BE49-F238E27FC236}">
                <a16:creationId xmlns:a16="http://schemas.microsoft.com/office/drawing/2014/main" id="{EB8A4302-46A5-768B-E8B9-8C6B36A05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7969" r="90000">
                        <a14:foregroundMark x1="7969" y1="62500" x2="7969" y2="62500"/>
                        <a14:foregroundMark x1="87344" y1="54844" x2="87344" y2="54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04958" y="1929564"/>
            <a:ext cx="1453441" cy="14534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alculate Pulses per Revolution for a DC Motor With Encoder">
            <a:extLst>
              <a:ext uri="{FF2B5EF4-FFF2-40B4-BE49-F238E27FC236}">
                <a16:creationId xmlns:a16="http://schemas.microsoft.com/office/drawing/2014/main" id="{84C708FE-9FD0-99DF-3F6A-069FED2A55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598586">
            <a:off x="3251639" y="3156988"/>
            <a:ext cx="1088027" cy="865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68FF8BE9-6194-9971-EC1F-D511EBBA124C}"/>
              </a:ext>
            </a:extLst>
          </p:cNvPr>
          <p:cNvSpPr/>
          <p:nvPr/>
        </p:nvSpPr>
        <p:spPr>
          <a:xfrm>
            <a:off x="4905152" y="2115167"/>
            <a:ext cx="857393" cy="2157984"/>
          </a:xfrm>
          <a:prstGeom prst="roundRect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32" name="Picture 8" descr="WitMotion-Sensor de vibración WT901C-TTL de alta precisión, 16G, 3 ejes  (XYZ), ángulo, aceleración, giroscopio, módulo de Sensor de campo magnético">
            <a:extLst>
              <a:ext uri="{FF2B5EF4-FFF2-40B4-BE49-F238E27FC236}">
                <a16:creationId xmlns:a16="http://schemas.microsoft.com/office/drawing/2014/main" id="{5628438C-EC18-6CC7-F520-44C74865E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537092" y="3496437"/>
            <a:ext cx="1034140" cy="1034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upo 9">
            <a:extLst>
              <a:ext uri="{FF2B5EF4-FFF2-40B4-BE49-F238E27FC236}">
                <a16:creationId xmlns:a16="http://schemas.microsoft.com/office/drawing/2014/main" id="{E8D72B7E-AC7D-4689-2403-B51E492A1AE7}"/>
              </a:ext>
            </a:extLst>
          </p:cNvPr>
          <p:cNvGrpSpPr/>
          <p:nvPr/>
        </p:nvGrpSpPr>
        <p:grpSpPr>
          <a:xfrm>
            <a:off x="6155282" y="2112384"/>
            <a:ext cx="1824792" cy="1131069"/>
            <a:chOff x="6456579" y="2574036"/>
            <a:chExt cx="1824792" cy="1131069"/>
          </a:xfrm>
        </p:grpSpPr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60DDAC68-4FB6-4604-02E4-FFC2C5E835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02792" y="2658830"/>
              <a:ext cx="1565425" cy="10096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Rectángulo: esquinas redondeadas 6">
              <a:extLst>
                <a:ext uri="{FF2B5EF4-FFF2-40B4-BE49-F238E27FC236}">
                  <a16:creationId xmlns:a16="http://schemas.microsoft.com/office/drawing/2014/main" id="{AD5C1169-462A-76F0-37FB-09193ADDCC2E}"/>
                </a:ext>
              </a:extLst>
            </p:cNvPr>
            <p:cNvSpPr/>
            <p:nvPr/>
          </p:nvSpPr>
          <p:spPr>
            <a:xfrm>
              <a:off x="6456579" y="2574036"/>
              <a:ext cx="1824792" cy="1131069"/>
            </a:xfrm>
            <a:prstGeom prst="roundRect">
              <a:avLst/>
            </a:prstGeom>
            <a:noFill/>
            <a:ln w="381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26A441FF-7751-7626-DB89-4E27FD66CE21}"/>
              </a:ext>
            </a:extLst>
          </p:cNvPr>
          <p:cNvSpPr/>
          <p:nvPr/>
        </p:nvSpPr>
        <p:spPr>
          <a:xfrm>
            <a:off x="2133600" y="2976592"/>
            <a:ext cx="1125559" cy="1296559"/>
          </a:xfrm>
          <a:prstGeom prst="roundRect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BC81BC79-E600-307D-07B8-A8FBDE47B7E0}"/>
              </a:ext>
            </a:extLst>
          </p:cNvPr>
          <p:cNvCxnSpPr>
            <a:cxnSpLocks/>
          </p:cNvCxnSpPr>
          <p:nvPr/>
        </p:nvCxnSpPr>
        <p:spPr>
          <a:xfrm flipH="1">
            <a:off x="4133566" y="2298058"/>
            <a:ext cx="621792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3A9B2E31-7BC8-9503-78E0-16F0D3A1FD0E}"/>
              </a:ext>
            </a:extLst>
          </p:cNvPr>
          <p:cNvCxnSpPr/>
          <p:nvPr/>
        </p:nvCxnSpPr>
        <p:spPr>
          <a:xfrm>
            <a:off x="4201658" y="4013507"/>
            <a:ext cx="621792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DC26722A-B764-9AE1-E27F-E579D0135527}"/>
              </a:ext>
            </a:extLst>
          </p:cNvPr>
          <p:cNvSpPr/>
          <p:nvPr/>
        </p:nvSpPr>
        <p:spPr>
          <a:xfrm>
            <a:off x="3410712" y="1444752"/>
            <a:ext cx="4672584" cy="3008376"/>
          </a:xfrm>
          <a:prstGeom prst="roundRect">
            <a:avLst/>
          </a:prstGeom>
          <a:noFill/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38" name="Picture 14" descr="Mando para PS4 - KLACK Negro para PlayStation 4 PC Ordenador Dualshock">
            <a:extLst>
              <a:ext uri="{FF2B5EF4-FFF2-40B4-BE49-F238E27FC236}">
                <a16:creationId xmlns:a16="http://schemas.microsoft.com/office/drawing/2014/main" id="{4F65B315-BB4F-2D2B-8BCC-E387058014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9684" y="3582824"/>
            <a:ext cx="768052" cy="573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7CA2B8B8-8FBF-D158-CCC3-25872DEA8473}"/>
              </a:ext>
            </a:extLst>
          </p:cNvPr>
          <p:cNvCxnSpPr>
            <a:cxnSpLocks/>
          </p:cNvCxnSpPr>
          <p:nvPr/>
        </p:nvCxnSpPr>
        <p:spPr>
          <a:xfrm>
            <a:off x="2249047" y="3208322"/>
            <a:ext cx="315224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8DCCCC5-4C35-D6F6-B1EC-E348E83BC68A}"/>
              </a:ext>
            </a:extLst>
          </p:cNvPr>
          <p:cNvSpPr txBox="1"/>
          <p:nvPr/>
        </p:nvSpPr>
        <p:spPr>
          <a:xfrm>
            <a:off x="5234532" y="1592511"/>
            <a:ext cx="920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ROBOT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E37C8D1-DF02-A296-2256-7DF6D1C38359}"/>
              </a:ext>
            </a:extLst>
          </p:cNvPr>
          <p:cNvSpPr txBox="1"/>
          <p:nvPr/>
        </p:nvSpPr>
        <p:spPr>
          <a:xfrm>
            <a:off x="2551570" y="3089245"/>
            <a:ext cx="648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/>
              <a:t>Interrupts</a:t>
            </a:r>
            <a:endParaRPr lang="es-ES" sz="800" dirty="0"/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C97DFCCF-FBAC-005C-F108-00F99D33E18A}"/>
              </a:ext>
            </a:extLst>
          </p:cNvPr>
          <p:cNvCxnSpPr>
            <a:cxnSpLocks/>
          </p:cNvCxnSpPr>
          <p:nvPr/>
        </p:nvCxnSpPr>
        <p:spPr>
          <a:xfrm>
            <a:off x="2249047" y="3429000"/>
            <a:ext cx="315224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FA1BE93-F85E-C411-1F56-3A7F10F6D156}"/>
              </a:ext>
            </a:extLst>
          </p:cNvPr>
          <p:cNvSpPr txBox="1"/>
          <p:nvPr/>
        </p:nvSpPr>
        <p:spPr>
          <a:xfrm>
            <a:off x="2557920" y="3317845"/>
            <a:ext cx="648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/>
              <a:t>PWM</a:t>
            </a:r>
          </a:p>
        </p:txBody>
      </p: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060C91BD-6DBD-B68E-3FAD-8D696C028B28}"/>
              </a:ext>
            </a:extLst>
          </p:cNvPr>
          <p:cNvCxnSpPr>
            <a:cxnSpLocks/>
          </p:cNvCxnSpPr>
          <p:nvPr/>
        </p:nvCxnSpPr>
        <p:spPr>
          <a:xfrm>
            <a:off x="3795652" y="2644512"/>
            <a:ext cx="0" cy="363732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6A0A774A-C44E-E6CA-B694-003283DB82CF}"/>
              </a:ext>
            </a:extLst>
          </p:cNvPr>
          <p:cNvCxnSpPr>
            <a:cxnSpLocks/>
          </p:cNvCxnSpPr>
          <p:nvPr/>
        </p:nvCxnSpPr>
        <p:spPr>
          <a:xfrm>
            <a:off x="2249047" y="3632200"/>
            <a:ext cx="31522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DC70A64-8167-B42D-1ADD-F0FE84B2C5C7}"/>
              </a:ext>
            </a:extLst>
          </p:cNvPr>
          <p:cNvSpPr txBox="1"/>
          <p:nvPr/>
        </p:nvSpPr>
        <p:spPr>
          <a:xfrm>
            <a:off x="2557920" y="3521045"/>
            <a:ext cx="648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/>
              <a:t>Serial</a:t>
            </a:r>
          </a:p>
        </p:txBody>
      </p:sp>
      <p:cxnSp>
        <p:nvCxnSpPr>
          <p:cNvPr id="32" name="Conector recto de flecha 31">
            <a:extLst>
              <a:ext uri="{FF2B5EF4-FFF2-40B4-BE49-F238E27FC236}">
                <a16:creationId xmlns:a16="http://schemas.microsoft.com/office/drawing/2014/main" id="{B45C11C0-5083-2C6E-7563-E43AD1098F2B}"/>
              </a:ext>
            </a:extLst>
          </p:cNvPr>
          <p:cNvCxnSpPr>
            <a:cxnSpLocks/>
          </p:cNvCxnSpPr>
          <p:nvPr/>
        </p:nvCxnSpPr>
        <p:spPr>
          <a:xfrm>
            <a:off x="2262228" y="3847644"/>
            <a:ext cx="31522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uadroTexto 32">
            <a:extLst>
              <a:ext uri="{FF2B5EF4-FFF2-40B4-BE49-F238E27FC236}">
                <a16:creationId xmlns:a16="http://schemas.microsoft.com/office/drawing/2014/main" id="{86B33874-A1AF-D4AD-45BE-540353763509}"/>
              </a:ext>
            </a:extLst>
          </p:cNvPr>
          <p:cNvSpPr txBox="1"/>
          <p:nvPr/>
        </p:nvSpPr>
        <p:spPr>
          <a:xfrm>
            <a:off x="2571101" y="3736489"/>
            <a:ext cx="648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/>
              <a:t>UART</a:t>
            </a: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99A95600-A18A-9EC6-92CF-E3DB4B0D214A}"/>
              </a:ext>
            </a:extLst>
          </p:cNvPr>
          <p:cNvCxnSpPr>
            <a:cxnSpLocks/>
          </p:cNvCxnSpPr>
          <p:nvPr/>
        </p:nvCxnSpPr>
        <p:spPr>
          <a:xfrm>
            <a:off x="2255397" y="4059488"/>
            <a:ext cx="315224" cy="0"/>
          </a:xfrm>
          <a:prstGeom prst="straightConnector1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uadroTexto 34">
            <a:extLst>
              <a:ext uri="{FF2B5EF4-FFF2-40B4-BE49-F238E27FC236}">
                <a16:creationId xmlns:a16="http://schemas.microsoft.com/office/drawing/2014/main" id="{F70E64CD-DE20-C758-8C31-A687B7CBE249}"/>
              </a:ext>
            </a:extLst>
          </p:cNvPr>
          <p:cNvSpPr txBox="1"/>
          <p:nvPr/>
        </p:nvSpPr>
        <p:spPr>
          <a:xfrm>
            <a:off x="2564270" y="3948333"/>
            <a:ext cx="64882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800" dirty="0" err="1"/>
              <a:t>Other</a:t>
            </a:r>
            <a:endParaRPr lang="es-ES" sz="800" dirty="0"/>
          </a:p>
        </p:txBody>
      </p: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E58E98AB-1712-8E81-7C4B-37351E292C8E}"/>
              </a:ext>
            </a:extLst>
          </p:cNvPr>
          <p:cNvCxnSpPr>
            <a:cxnSpLocks/>
          </p:cNvCxnSpPr>
          <p:nvPr/>
        </p:nvCxnSpPr>
        <p:spPr>
          <a:xfrm>
            <a:off x="5806176" y="2644512"/>
            <a:ext cx="31522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D9C21D01-70AB-1734-B819-F1F59360B0EE}"/>
              </a:ext>
            </a:extLst>
          </p:cNvPr>
          <p:cNvCxnSpPr>
            <a:cxnSpLocks/>
          </p:cNvCxnSpPr>
          <p:nvPr/>
        </p:nvCxnSpPr>
        <p:spPr>
          <a:xfrm flipV="1">
            <a:off x="7024728" y="3317845"/>
            <a:ext cx="0" cy="33929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2F5A864D-BB31-FF79-95D4-F567AD59FEEE}"/>
              </a:ext>
            </a:extLst>
          </p:cNvPr>
          <p:cNvCxnSpPr>
            <a:cxnSpLocks/>
          </p:cNvCxnSpPr>
          <p:nvPr/>
        </p:nvCxnSpPr>
        <p:spPr>
          <a:xfrm flipV="1">
            <a:off x="9183247" y="3243453"/>
            <a:ext cx="0" cy="33937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449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4DBD70-0F1F-192D-0F78-29806B2CF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o 23">
            <a:extLst>
              <a:ext uri="{FF2B5EF4-FFF2-40B4-BE49-F238E27FC236}">
                <a16:creationId xmlns:a16="http://schemas.microsoft.com/office/drawing/2014/main" id="{AD42DAFF-D13B-65CF-28E0-838C515658BD}"/>
              </a:ext>
            </a:extLst>
          </p:cNvPr>
          <p:cNvGrpSpPr/>
          <p:nvPr/>
        </p:nvGrpSpPr>
        <p:grpSpPr>
          <a:xfrm>
            <a:off x="6475476" y="1424154"/>
            <a:ext cx="1197864" cy="1001881"/>
            <a:chOff x="1088136" y="997924"/>
            <a:chExt cx="1197864" cy="808103"/>
          </a:xfrm>
        </p:grpSpPr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C631ED51-B867-408F-4A11-E43961943FCF}"/>
                </a:ext>
              </a:extLst>
            </p:cNvPr>
            <p:cNvSpPr txBox="1"/>
            <p:nvPr/>
          </p:nvSpPr>
          <p:spPr>
            <a:xfrm>
              <a:off x="1298448" y="1508129"/>
              <a:ext cx="813816" cy="297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1 byte</a:t>
              </a:r>
            </a:p>
          </p:txBody>
        </p:sp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ACE1872B-7730-8B0A-F25B-81D802FC2820}"/>
                </a:ext>
              </a:extLst>
            </p:cNvPr>
            <p:cNvGrpSpPr/>
            <p:nvPr/>
          </p:nvGrpSpPr>
          <p:grpSpPr>
            <a:xfrm>
              <a:off x="1088136" y="997924"/>
              <a:ext cx="1197864" cy="521321"/>
              <a:chOff x="1088136" y="997924"/>
              <a:chExt cx="1197864" cy="521321"/>
            </a:xfrm>
          </p:grpSpPr>
          <p:sp>
            <p:nvSpPr>
              <p:cNvPr id="5" name="Rectángulo 4">
                <a:extLst>
                  <a:ext uri="{FF2B5EF4-FFF2-40B4-BE49-F238E27FC236}">
                    <a16:creationId xmlns:a16="http://schemas.microsoft.com/office/drawing/2014/main" id="{2F51B324-BCE7-5C78-4B01-CB4BC301B3C1}"/>
                  </a:ext>
                </a:extLst>
              </p:cNvPr>
              <p:cNvSpPr/>
              <p:nvPr/>
            </p:nvSpPr>
            <p:spPr>
              <a:xfrm>
                <a:off x="1088136" y="1012674"/>
                <a:ext cx="1197864" cy="4960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D71AD5B8-1258-C14B-AC11-1F2A2F1FB943}"/>
                  </a:ext>
                </a:extLst>
              </p:cNvPr>
              <p:cNvSpPr txBox="1"/>
              <p:nvPr/>
            </p:nvSpPr>
            <p:spPr>
              <a:xfrm>
                <a:off x="1115568" y="997924"/>
                <a:ext cx="1143000" cy="521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dirty="0"/>
                  <a:t>Signo</a:t>
                </a:r>
              </a:p>
              <a:p>
                <a:pPr algn="ctr"/>
                <a:r>
                  <a:rPr lang="es-ES" dirty="0"/>
                  <a:t>izquierda</a:t>
                </a:r>
              </a:p>
            </p:txBody>
          </p:sp>
        </p:grpSp>
      </p:grpSp>
      <p:grpSp>
        <p:nvGrpSpPr>
          <p:cNvPr id="40" name="Grupo 39">
            <a:extLst>
              <a:ext uri="{FF2B5EF4-FFF2-40B4-BE49-F238E27FC236}">
                <a16:creationId xmlns:a16="http://schemas.microsoft.com/office/drawing/2014/main" id="{19B254EB-153C-DD89-7B2B-B85FEA1916E5}"/>
              </a:ext>
            </a:extLst>
          </p:cNvPr>
          <p:cNvGrpSpPr/>
          <p:nvPr/>
        </p:nvGrpSpPr>
        <p:grpSpPr>
          <a:xfrm>
            <a:off x="7673340" y="1424154"/>
            <a:ext cx="1197864" cy="1001881"/>
            <a:chOff x="1088136" y="997924"/>
            <a:chExt cx="1197864" cy="808103"/>
          </a:xfrm>
        </p:grpSpPr>
        <p:sp>
          <p:nvSpPr>
            <p:cNvPr id="41" name="CuadroTexto 40">
              <a:extLst>
                <a:ext uri="{FF2B5EF4-FFF2-40B4-BE49-F238E27FC236}">
                  <a16:creationId xmlns:a16="http://schemas.microsoft.com/office/drawing/2014/main" id="{B057F188-72CC-55A2-C1D5-7FE34CCADBFA}"/>
                </a:ext>
              </a:extLst>
            </p:cNvPr>
            <p:cNvSpPr txBox="1"/>
            <p:nvPr/>
          </p:nvSpPr>
          <p:spPr>
            <a:xfrm>
              <a:off x="1207008" y="1508129"/>
              <a:ext cx="960120" cy="297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4 bytes</a:t>
              </a:r>
            </a:p>
          </p:txBody>
        </p:sp>
        <p:grpSp>
          <p:nvGrpSpPr>
            <p:cNvPr id="42" name="Grupo 41">
              <a:extLst>
                <a:ext uri="{FF2B5EF4-FFF2-40B4-BE49-F238E27FC236}">
                  <a16:creationId xmlns:a16="http://schemas.microsoft.com/office/drawing/2014/main" id="{EEAA11A4-3ABC-69A5-B732-33761064D035}"/>
                </a:ext>
              </a:extLst>
            </p:cNvPr>
            <p:cNvGrpSpPr/>
            <p:nvPr/>
          </p:nvGrpSpPr>
          <p:grpSpPr>
            <a:xfrm>
              <a:off x="1088136" y="997924"/>
              <a:ext cx="1197864" cy="521321"/>
              <a:chOff x="1088136" y="997924"/>
              <a:chExt cx="1197864" cy="521321"/>
            </a:xfrm>
          </p:grpSpPr>
          <p:sp>
            <p:nvSpPr>
              <p:cNvPr id="43" name="Rectángulo 42">
                <a:extLst>
                  <a:ext uri="{FF2B5EF4-FFF2-40B4-BE49-F238E27FC236}">
                    <a16:creationId xmlns:a16="http://schemas.microsoft.com/office/drawing/2014/main" id="{E0E8DBEE-166C-4844-38F9-640EDDF73D40}"/>
                  </a:ext>
                </a:extLst>
              </p:cNvPr>
              <p:cNvSpPr/>
              <p:nvPr/>
            </p:nvSpPr>
            <p:spPr>
              <a:xfrm>
                <a:off x="1088136" y="1012674"/>
                <a:ext cx="1197864" cy="4960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4" name="CuadroTexto 43">
                <a:extLst>
                  <a:ext uri="{FF2B5EF4-FFF2-40B4-BE49-F238E27FC236}">
                    <a16:creationId xmlns:a16="http://schemas.microsoft.com/office/drawing/2014/main" id="{D40CF136-17E5-4E31-AEE1-0923BB043FB3}"/>
                  </a:ext>
                </a:extLst>
              </p:cNvPr>
              <p:cNvSpPr txBox="1"/>
              <p:nvPr/>
            </p:nvSpPr>
            <p:spPr>
              <a:xfrm>
                <a:off x="1115568" y="997924"/>
                <a:ext cx="1143000" cy="521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dirty="0"/>
                  <a:t>Medida</a:t>
                </a:r>
              </a:p>
              <a:p>
                <a:pPr algn="ctr"/>
                <a:r>
                  <a:rPr lang="es-ES" dirty="0"/>
                  <a:t>izquierda</a:t>
                </a:r>
              </a:p>
            </p:txBody>
          </p:sp>
        </p:grpSp>
      </p:grpSp>
      <p:grpSp>
        <p:nvGrpSpPr>
          <p:cNvPr id="45" name="Grupo 44">
            <a:extLst>
              <a:ext uri="{FF2B5EF4-FFF2-40B4-BE49-F238E27FC236}">
                <a16:creationId xmlns:a16="http://schemas.microsoft.com/office/drawing/2014/main" id="{AB597778-60E7-4084-0940-880D5D758453}"/>
              </a:ext>
            </a:extLst>
          </p:cNvPr>
          <p:cNvGrpSpPr/>
          <p:nvPr/>
        </p:nvGrpSpPr>
        <p:grpSpPr>
          <a:xfrm>
            <a:off x="1683258" y="1424152"/>
            <a:ext cx="1197864" cy="1001881"/>
            <a:chOff x="1088136" y="997924"/>
            <a:chExt cx="1197864" cy="808103"/>
          </a:xfrm>
        </p:grpSpPr>
        <p:sp>
          <p:nvSpPr>
            <p:cNvPr id="46" name="CuadroTexto 45">
              <a:extLst>
                <a:ext uri="{FF2B5EF4-FFF2-40B4-BE49-F238E27FC236}">
                  <a16:creationId xmlns:a16="http://schemas.microsoft.com/office/drawing/2014/main" id="{4A55D7D6-3A5F-5B45-57FC-4B9D722D0CA7}"/>
                </a:ext>
              </a:extLst>
            </p:cNvPr>
            <p:cNvSpPr txBox="1"/>
            <p:nvPr/>
          </p:nvSpPr>
          <p:spPr>
            <a:xfrm>
              <a:off x="1298448" y="1508129"/>
              <a:ext cx="813816" cy="297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1 byte</a:t>
              </a:r>
            </a:p>
          </p:txBody>
        </p:sp>
        <p:grpSp>
          <p:nvGrpSpPr>
            <p:cNvPr id="47" name="Grupo 46">
              <a:extLst>
                <a:ext uri="{FF2B5EF4-FFF2-40B4-BE49-F238E27FC236}">
                  <a16:creationId xmlns:a16="http://schemas.microsoft.com/office/drawing/2014/main" id="{7A769892-5721-895F-B668-969BF3C3FC0F}"/>
                </a:ext>
              </a:extLst>
            </p:cNvPr>
            <p:cNvGrpSpPr/>
            <p:nvPr/>
          </p:nvGrpSpPr>
          <p:grpSpPr>
            <a:xfrm>
              <a:off x="1088136" y="997924"/>
              <a:ext cx="1197864" cy="521321"/>
              <a:chOff x="1088136" y="997924"/>
              <a:chExt cx="1197864" cy="521321"/>
            </a:xfrm>
          </p:grpSpPr>
          <p:sp>
            <p:nvSpPr>
              <p:cNvPr id="48" name="Rectángulo 47">
                <a:extLst>
                  <a:ext uri="{FF2B5EF4-FFF2-40B4-BE49-F238E27FC236}">
                    <a16:creationId xmlns:a16="http://schemas.microsoft.com/office/drawing/2014/main" id="{D57653C7-D153-E55A-657B-1F6F6F7BBD04}"/>
                  </a:ext>
                </a:extLst>
              </p:cNvPr>
              <p:cNvSpPr/>
              <p:nvPr/>
            </p:nvSpPr>
            <p:spPr>
              <a:xfrm>
                <a:off x="1088136" y="1012674"/>
                <a:ext cx="1197864" cy="4960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49" name="CuadroTexto 48">
                <a:extLst>
                  <a:ext uri="{FF2B5EF4-FFF2-40B4-BE49-F238E27FC236}">
                    <a16:creationId xmlns:a16="http://schemas.microsoft.com/office/drawing/2014/main" id="{C984B37A-B21A-4486-8A79-DF99CC182970}"/>
                  </a:ext>
                </a:extLst>
              </p:cNvPr>
              <p:cNvSpPr txBox="1"/>
              <p:nvPr/>
            </p:nvSpPr>
            <p:spPr>
              <a:xfrm>
                <a:off x="1115568" y="997924"/>
                <a:ext cx="1143000" cy="521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dirty="0"/>
                  <a:t>Signo</a:t>
                </a:r>
              </a:p>
              <a:p>
                <a:pPr algn="ctr"/>
                <a:r>
                  <a:rPr lang="es-ES" dirty="0"/>
                  <a:t>derecha</a:t>
                </a:r>
              </a:p>
            </p:txBody>
          </p:sp>
        </p:grp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4C26A538-F716-DFDD-41C6-C11F2597DC22}"/>
              </a:ext>
            </a:extLst>
          </p:cNvPr>
          <p:cNvGrpSpPr/>
          <p:nvPr/>
        </p:nvGrpSpPr>
        <p:grpSpPr>
          <a:xfrm>
            <a:off x="2881122" y="1424152"/>
            <a:ext cx="1197864" cy="1001881"/>
            <a:chOff x="1088136" y="997924"/>
            <a:chExt cx="1197864" cy="808103"/>
          </a:xfrm>
        </p:grpSpPr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62EEEE30-D996-3A55-5656-B368E2262B4D}"/>
                </a:ext>
              </a:extLst>
            </p:cNvPr>
            <p:cNvSpPr txBox="1"/>
            <p:nvPr/>
          </p:nvSpPr>
          <p:spPr>
            <a:xfrm>
              <a:off x="1207008" y="1508129"/>
              <a:ext cx="960120" cy="297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4 bytes</a:t>
              </a:r>
            </a:p>
          </p:txBody>
        </p:sp>
        <p:grpSp>
          <p:nvGrpSpPr>
            <p:cNvPr id="52" name="Grupo 51">
              <a:extLst>
                <a:ext uri="{FF2B5EF4-FFF2-40B4-BE49-F238E27FC236}">
                  <a16:creationId xmlns:a16="http://schemas.microsoft.com/office/drawing/2014/main" id="{C62530AD-2D90-1EAB-A910-B84033119C1F}"/>
                </a:ext>
              </a:extLst>
            </p:cNvPr>
            <p:cNvGrpSpPr/>
            <p:nvPr/>
          </p:nvGrpSpPr>
          <p:grpSpPr>
            <a:xfrm>
              <a:off x="1088136" y="997924"/>
              <a:ext cx="1197864" cy="521321"/>
              <a:chOff x="1088136" y="997924"/>
              <a:chExt cx="1197864" cy="521321"/>
            </a:xfrm>
          </p:grpSpPr>
          <p:sp>
            <p:nvSpPr>
              <p:cNvPr id="53" name="Rectángulo 52">
                <a:extLst>
                  <a:ext uri="{FF2B5EF4-FFF2-40B4-BE49-F238E27FC236}">
                    <a16:creationId xmlns:a16="http://schemas.microsoft.com/office/drawing/2014/main" id="{1A8578C8-BB33-A8D8-EADA-75FA79F2DF69}"/>
                  </a:ext>
                </a:extLst>
              </p:cNvPr>
              <p:cNvSpPr/>
              <p:nvPr/>
            </p:nvSpPr>
            <p:spPr>
              <a:xfrm>
                <a:off x="1088136" y="1012674"/>
                <a:ext cx="1197864" cy="4960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F3298DC5-AE8B-80B2-C046-78556ECA1197}"/>
                  </a:ext>
                </a:extLst>
              </p:cNvPr>
              <p:cNvSpPr txBox="1"/>
              <p:nvPr/>
            </p:nvSpPr>
            <p:spPr>
              <a:xfrm>
                <a:off x="1115568" y="997924"/>
                <a:ext cx="1143000" cy="521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dirty="0"/>
                  <a:t>Medida</a:t>
                </a:r>
              </a:p>
              <a:p>
                <a:pPr algn="ctr"/>
                <a:r>
                  <a:rPr lang="es-ES" dirty="0"/>
                  <a:t>derecha</a:t>
                </a:r>
              </a:p>
            </p:txBody>
          </p:sp>
        </p:grpSp>
      </p:grpSp>
      <p:grpSp>
        <p:nvGrpSpPr>
          <p:cNvPr id="55" name="Grupo 54">
            <a:extLst>
              <a:ext uri="{FF2B5EF4-FFF2-40B4-BE49-F238E27FC236}">
                <a16:creationId xmlns:a16="http://schemas.microsoft.com/office/drawing/2014/main" id="{F44CBF67-76AB-A479-AF1E-903D080BC2B8}"/>
              </a:ext>
            </a:extLst>
          </p:cNvPr>
          <p:cNvGrpSpPr/>
          <p:nvPr/>
        </p:nvGrpSpPr>
        <p:grpSpPr>
          <a:xfrm>
            <a:off x="5270754" y="1418601"/>
            <a:ext cx="1211580" cy="1007432"/>
            <a:chOff x="1081278" y="993446"/>
            <a:chExt cx="1211580" cy="812581"/>
          </a:xfrm>
        </p:grpSpPr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6ECA5BC7-ECA4-0F35-046A-9883060CBA53}"/>
                </a:ext>
              </a:extLst>
            </p:cNvPr>
            <p:cNvSpPr txBox="1"/>
            <p:nvPr/>
          </p:nvSpPr>
          <p:spPr>
            <a:xfrm>
              <a:off x="1220724" y="1508129"/>
              <a:ext cx="960120" cy="297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1 bytes</a:t>
              </a:r>
            </a:p>
          </p:txBody>
        </p:sp>
        <p:grpSp>
          <p:nvGrpSpPr>
            <p:cNvPr id="57" name="Grupo 56">
              <a:extLst>
                <a:ext uri="{FF2B5EF4-FFF2-40B4-BE49-F238E27FC236}">
                  <a16:creationId xmlns:a16="http://schemas.microsoft.com/office/drawing/2014/main" id="{840D076B-487F-CDB5-BB1E-EAD68B1D06AB}"/>
                </a:ext>
              </a:extLst>
            </p:cNvPr>
            <p:cNvGrpSpPr/>
            <p:nvPr/>
          </p:nvGrpSpPr>
          <p:grpSpPr>
            <a:xfrm>
              <a:off x="1081278" y="993446"/>
              <a:ext cx="1211580" cy="521322"/>
              <a:chOff x="1081278" y="993446"/>
              <a:chExt cx="1211580" cy="521322"/>
            </a:xfrm>
          </p:grpSpPr>
          <p:sp>
            <p:nvSpPr>
              <p:cNvPr id="58" name="Rectángulo 57">
                <a:extLst>
                  <a:ext uri="{FF2B5EF4-FFF2-40B4-BE49-F238E27FC236}">
                    <a16:creationId xmlns:a16="http://schemas.microsoft.com/office/drawing/2014/main" id="{CCFD7A79-6316-CBA2-03AA-E7E5E78D224D}"/>
                  </a:ext>
                </a:extLst>
              </p:cNvPr>
              <p:cNvSpPr/>
              <p:nvPr/>
            </p:nvSpPr>
            <p:spPr>
              <a:xfrm>
                <a:off x="1088136" y="1012674"/>
                <a:ext cx="1197864" cy="4960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59" name="CuadroTexto 58">
                <a:extLst>
                  <a:ext uri="{FF2B5EF4-FFF2-40B4-BE49-F238E27FC236}">
                    <a16:creationId xmlns:a16="http://schemas.microsoft.com/office/drawing/2014/main" id="{D2D8EED9-B5F7-C9FF-CAF0-1395126366D3}"/>
                  </a:ext>
                </a:extLst>
              </p:cNvPr>
              <p:cNvSpPr txBox="1"/>
              <p:nvPr/>
            </p:nvSpPr>
            <p:spPr>
              <a:xfrm>
                <a:off x="1081278" y="993446"/>
                <a:ext cx="1211580" cy="521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i="1" dirty="0"/>
                  <a:t>Indicador izquierda</a:t>
                </a:r>
              </a:p>
            </p:txBody>
          </p:sp>
        </p:grpSp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4223AC58-920C-29DF-9F9C-BF124B319F3D}"/>
              </a:ext>
            </a:extLst>
          </p:cNvPr>
          <p:cNvGrpSpPr/>
          <p:nvPr/>
        </p:nvGrpSpPr>
        <p:grpSpPr>
          <a:xfrm>
            <a:off x="8759190" y="1442442"/>
            <a:ext cx="1439418" cy="991823"/>
            <a:chOff x="981456" y="1012674"/>
            <a:chExt cx="1439418" cy="799990"/>
          </a:xfrm>
        </p:grpSpPr>
        <p:sp>
          <p:nvSpPr>
            <p:cNvPr id="61" name="CuadroTexto 60">
              <a:extLst>
                <a:ext uri="{FF2B5EF4-FFF2-40B4-BE49-F238E27FC236}">
                  <a16:creationId xmlns:a16="http://schemas.microsoft.com/office/drawing/2014/main" id="{622AE97F-614F-FCB2-6300-27976ED9BE42}"/>
                </a:ext>
              </a:extLst>
            </p:cNvPr>
            <p:cNvSpPr txBox="1"/>
            <p:nvPr/>
          </p:nvSpPr>
          <p:spPr>
            <a:xfrm>
              <a:off x="1267206" y="1514766"/>
              <a:ext cx="960120" cy="297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1 byte</a:t>
              </a:r>
            </a:p>
          </p:txBody>
        </p:sp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BDEC2567-AE96-C4ED-A54B-FDA0C8F90825}"/>
                </a:ext>
              </a:extLst>
            </p:cNvPr>
            <p:cNvGrpSpPr/>
            <p:nvPr/>
          </p:nvGrpSpPr>
          <p:grpSpPr>
            <a:xfrm>
              <a:off x="981456" y="1012674"/>
              <a:ext cx="1439418" cy="496086"/>
              <a:chOff x="981456" y="1012674"/>
              <a:chExt cx="1439418" cy="496086"/>
            </a:xfrm>
          </p:grpSpPr>
          <p:sp>
            <p:nvSpPr>
              <p:cNvPr id="63" name="Rectángulo 62">
                <a:extLst>
                  <a:ext uri="{FF2B5EF4-FFF2-40B4-BE49-F238E27FC236}">
                    <a16:creationId xmlns:a16="http://schemas.microsoft.com/office/drawing/2014/main" id="{1C2A59F7-9C56-49BE-103D-C308FE0D1CD5}"/>
                  </a:ext>
                </a:extLst>
              </p:cNvPr>
              <p:cNvSpPr/>
              <p:nvPr/>
            </p:nvSpPr>
            <p:spPr>
              <a:xfrm>
                <a:off x="1088136" y="1012674"/>
                <a:ext cx="1197864" cy="4960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024" name="CuadroTexto 1023">
                <a:extLst>
                  <a:ext uri="{FF2B5EF4-FFF2-40B4-BE49-F238E27FC236}">
                    <a16:creationId xmlns:a16="http://schemas.microsoft.com/office/drawing/2014/main" id="{FE9D384F-20A6-708D-2C1C-D86494429385}"/>
                  </a:ext>
                </a:extLst>
              </p:cNvPr>
              <p:cNvSpPr txBox="1"/>
              <p:nvPr/>
            </p:nvSpPr>
            <p:spPr>
              <a:xfrm>
                <a:off x="981456" y="1111616"/>
                <a:ext cx="1439418" cy="297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i="1" dirty="0"/>
                  <a:t>terminador</a:t>
                </a:r>
              </a:p>
            </p:txBody>
          </p:sp>
        </p:grpSp>
      </p:grpSp>
      <p:grpSp>
        <p:nvGrpSpPr>
          <p:cNvPr id="1025" name="Grupo 1024">
            <a:extLst>
              <a:ext uri="{FF2B5EF4-FFF2-40B4-BE49-F238E27FC236}">
                <a16:creationId xmlns:a16="http://schemas.microsoft.com/office/drawing/2014/main" id="{93BE3674-7913-C613-708B-52DF26A3AEFA}"/>
              </a:ext>
            </a:extLst>
          </p:cNvPr>
          <p:cNvGrpSpPr/>
          <p:nvPr/>
        </p:nvGrpSpPr>
        <p:grpSpPr>
          <a:xfrm>
            <a:off x="479298" y="1442440"/>
            <a:ext cx="1211580" cy="983593"/>
            <a:chOff x="1081278" y="1011796"/>
            <a:chExt cx="1211580" cy="793352"/>
          </a:xfrm>
        </p:grpSpPr>
        <p:sp>
          <p:nvSpPr>
            <p:cNvPr id="1027" name="CuadroTexto 1026">
              <a:extLst>
                <a:ext uri="{FF2B5EF4-FFF2-40B4-BE49-F238E27FC236}">
                  <a16:creationId xmlns:a16="http://schemas.microsoft.com/office/drawing/2014/main" id="{BF94EC21-27A7-107E-063D-8C119C537BCE}"/>
                </a:ext>
              </a:extLst>
            </p:cNvPr>
            <p:cNvSpPr txBox="1"/>
            <p:nvPr/>
          </p:nvSpPr>
          <p:spPr>
            <a:xfrm>
              <a:off x="1210818" y="1507250"/>
              <a:ext cx="960120" cy="297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1 byte</a:t>
              </a:r>
            </a:p>
          </p:txBody>
        </p:sp>
        <p:grpSp>
          <p:nvGrpSpPr>
            <p:cNvPr id="1029" name="Grupo 1028">
              <a:extLst>
                <a:ext uri="{FF2B5EF4-FFF2-40B4-BE49-F238E27FC236}">
                  <a16:creationId xmlns:a16="http://schemas.microsoft.com/office/drawing/2014/main" id="{142B6685-EC84-76EC-FB39-9B5B610E4588}"/>
                </a:ext>
              </a:extLst>
            </p:cNvPr>
            <p:cNvGrpSpPr/>
            <p:nvPr/>
          </p:nvGrpSpPr>
          <p:grpSpPr>
            <a:xfrm>
              <a:off x="1081278" y="1011796"/>
              <a:ext cx="1211580" cy="521322"/>
              <a:chOff x="1081278" y="1011796"/>
              <a:chExt cx="1211580" cy="521322"/>
            </a:xfrm>
          </p:grpSpPr>
          <p:sp>
            <p:nvSpPr>
              <p:cNvPr id="1031" name="Rectángulo 1030">
                <a:extLst>
                  <a:ext uri="{FF2B5EF4-FFF2-40B4-BE49-F238E27FC236}">
                    <a16:creationId xmlns:a16="http://schemas.microsoft.com/office/drawing/2014/main" id="{DFC662FA-F68A-0076-7447-855A6272CC88}"/>
                  </a:ext>
                </a:extLst>
              </p:cNvPr>
              <p:cNvSpPr/>
              <p:nvPr/>
            </p:nvSpPr>
            <p:spPr>
              <a:xfrm>
                <a:off x="1088136" y="1012674"/>
                <a:ext cx="1197864" cy="4960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033" name="CuadroTexto 1032">
                <a:extLst>
                  <a:ext uri="{FF2B5EF4-FFF2-40B4-BE49-F238E27FC236}">
                    <a16:creationId xmlns:a16="http://schemas.microsoft.com/office/drawing/2014/main" id="{EFE93BAD-C789-4988-250F-2A075A686639}"/>
                  </a:ext>
                </a:extLst>
              </p:cNvPr>
              <p:cNvSpPr txBox="1"/>
              <p:nvPr/>
            </p:nvSpPr>
            <p:spPr>
              <a:xfrm>
                <a:off x="1081278" y="1011796"/>
                <a:ext cx="1211580" cy="521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i="1" dirty="0"/>
                  <a:t>Indicador</a:t>
                </a:r>
              </a:p>
              <a:p>
                <a:pPr algn="ctr"/>
                <a:r>
                  <a:rPr lang="es-ES" i="1" dirty="0"/>
                  <a:t>derecha</a:t>
                </a:r>
              </a:p>
            </p:txBody>
          </p:sp>
        </p:grpSp>
      </p:grpSp>
      <p:grpSp>
        <p:nvGrpSpPr>
          <p:cNvPr id="1043" name="Grupo 1042">
            <a:extLst>
              <a:ext uri="{FF2B5EF4-FFF2-40B4-BE49-F238E27FC236}">
                <a16:creationId xmlns:a16="http://schemas.microsoft.com/office/drawing/2014/main" id="{164B0A3E-419F-9620-205F-B55B340FA1C4}"/>
              </a:ext>
            </a:extLst>
          </p:cNvPr>
          <p:cNvGrpSpPr/>
          <p:nvPr/>
        </p:nvGrpSpPr>
        <p:grpSpPr>
          <a:xfrm>
            <a:off x="4042410" y="1438313"/>
            <a:ext cx="1244346" cy="986426"/>
            <a:chOff x="1048512" y="1012674"/>
            <a:chExt cx="1244346" cy="795637"/>
          </a:xfrm>
        </p:grpSpPr>
        <p:sp>
          <p:nvSpPr>
            <p:cNvPr id="1044" name="CuadroTexto 1043">
              <a:extLst>
                <a:ext uri="{FF2B5EF4-FFF2-40B4-BE49-F238E27FC236}">
                  <a16:creationId xmlns:a16="http://schemas.microsoft.com/office/drawing/2014/main" id="{EF157EC1-4C2F-E22E-0403-5A260EE086C6}"/>
                </a:ext>
              </a:extLst>
            </p:cNvPr>
            <p:cNvSpPr txBox="1"/>
            <p:nvPr/>
          </p:nvSpPr>
          <p:spPr>
            <a:xfrm>
              <a:off x="1256919" y="1510413"/>
              <a:ext cx="960120" cy="2978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/>
                <a:t>1 byte</a:t>
              </a:r>
            </a:p>
          </p:txBody>
        </p:sp>
        <p:grpSp>
          <p:nvGrpSpPr>
            <p:cNvPr id="1045" name="Grupo 1044">
              <a:extLst>
                <a:ext uri="{FF2B5EF4-FFF2-40B4-BE49-F238E27FC236}">
                  <a16:creationId xmlns:a16="http://schemas.microsoft.com/office/drawing/2014/main" id="{D58C6179-DAA9-4E3F-EB1F-C6EDD75962CD}"/>
                </a:ext>
              </a:extLst>
            </p:cNvPr>
            <p:cNvGrpSpPr/>
            <p:nvPr/>
          </p:nvGrpSpPr>
          <p:grpSpPr>
            <a:xfrm>
              <a:off x="1048512" y="1012674"/>
              <a:ext cx="1244346" cy="496086"/>
              <a:chOff x="1048512" y="1012674"/>
              <a:chExt cx="1244346" cy="496086"/>
            </a:xfrm>
          </p:grpSpPr>
          <p:sp>
            <p:nvSpPr>
              <p:cNvPr id="1046" name="Rectángulo 1045">
                <a:extLst>
                  <a:ext uri="{FF2B5EF4-FFF2-40B4-BE49-F238E27FC236}">
                    <a16:creationId xmlns:a16="http://schemas.microsoft.com/office/drawing/2014/main" id="{45E30A58-F8B8-9745-9D26-23C51FFB6278}"/>
                  </a:ext>
                </a:extLst>
              </p:cNvPr>
              <p:cNvSpPr/>
              <p:nvPr/>
            </p:nvSpPr>
            <p:spPr>
              <a:xfrm>
                <a:off x="1088136" y="1012674"/>
                <a:ext cx="1197864" cy="49608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"/>
              </a:p>
            </p:txBody>
          </p:sp>
          <p:sp>
            <p:nvSpPr>
              <p:cNvPr id="1047" name="CuadroTexto 1046">
                <a:extLst>
                  <a:ext uri="{FF2B5EF4-FFF2-40B4-BE49-F238E27FC236}">
                    <a16:creationId xmlns:a16="http://schemas.microsoft.com/office/drawing/2014/main" id="{130D7C32-0ACB-07E4-7C42-506F19001CBF}"/>
                  </a:ext>
                </a:extLst>
              </p:cNvPr>
              <p:cNvSpPr txBox="1"/>
              <p:nvPr/>
            </p:nvSpPr>
            <p:spPr>
              <a:xfrm>
                <a:off x="1048512" y="1111453"/>
                <a:ext cx="1244346" cy="2978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s-ES" i="1" dirty="0"/>
                  <a:t>terminador</a:t>
                </a:r>
              </a:p>
            </p:txBody>
          </p:sp>
        </p:grpSp>
      </p:grpSp>
      <p:sp>
        <p:nvSpPr>
          <p:cNvPr id="1128" name="CuadroTexto 1127">
            <a:extLst>
              <a:ext uri="{FF2B5EF4-FFF2-40B4-BE49-F238E27FC236}">
                <a16:creationId xmlns:a16="http://schemas.microsoft.com/office/drawing/2014/main" id="{F53D79C1-2347-3FB6-2F75-C66DFE4A073F}"/>
              </a:ext>
            </a:extLst>
          </p:cNvPr>
          <p:cNvSpPr txBox="1"/>
          <p:nvPr/>
        </p:nvSpPr>
        <p:spPr>
          <a:xfrm>
            <a:off x="3057525" y="1067708"/>
            <a:ext cx="43068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Micro -&gt; ROS2</a:t>
            </a:r>
          </a:p>
        </p:txBody>
      </p:sp>
    </p:spTree>
    <p:extLst>
      <p:ext uri="{BB962C8B-B14F-4D97-AF65-F5344CB8AC3E}">
        <p14:creationId xmlns:p14="http://schemas.microsoft.com/office/powerpoint/2010/main" val="25823794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39</Words>
  <Application>Microsoft Office PowerPoint</Application>
  <PresentationFormat>Panorámica</PresentationFormat>
  <Paragraphs>28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mario gomez sanchez celemin</dc:creator>
  <cp:lastModifiedBy>mario gomez sanchez celemin</cp:lastModifiedBy>
  <cp:revision>1</cp:revision>
  <dcterms:created xsi:type="dcterms:W3CDTF">2025-09-11T13:48:08Z</dcterms:created>
  <dcterms:modified xsi:type="dcterms:W3CDTF">2025-09-11T14:24:23Z</dcterms:modified>
</cp:coreProperties>
</file>
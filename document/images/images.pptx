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E3F9A-5492-4FF7-A5DA-14DA965D0A46}" v="255" dt="2025-09-15T15:53:38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gomez sanchez celemin" userId="a8b339ff0b81548b" providerId="LiveId" clId="{5383CC43-7FE9-41C8-8D3C-D49AD4E2AC0E}"/>
    <pc:docChg chg="undo custSel addSld modSld">
      <pc:chgData name="mario gomez sanchez celemin" userId="a8b339ff0b81548b" providerId="LiveId" clId="{5383CC43-7FE9-41C8-8D3C-D49AD4E2AC0E}" dt="2025-09-15T16:01:22.630" v="733" actId="1038"/>
      <pc:docMkLst>
        <pc:docMk/>
      </pc:docMkLst>
      <pc:sldChg chg="addSp delSp modSp mod">
        <pc:chgData name="mario gomez sanchez celemin" userId="a8b339ff0b81548b" providerId="LiveId" clId="{5383CC43-7FE9-41C8-8D3C-D49AD4E2AC0E}" dt="2025-09-15T15:59:08.054" v="715" actId="20577"/>
        <pc:sldMkLst>
          <pc:docMk/>
          <pc:sldMk cId="2994490114" sldId="256"/>
        </pc:sldMkLst>
        <pc:spChg chg="mod">
          <ac:chgData name="mario gomez sanchez celemin" userId="a8b339ff0b81548b" providerId="LiveId" clId="{5383CC43-7FE9-41C8-8D3C-D49AD4E2AC0E}" dt="2025-09-11T14:06:04.848" v="26" actId="14100"/>
          <ac:spMkLst>
            <pc:docMk/>
            <pc:sldMk cId="2994490114" sldId="256"/>
            <ac:spMk id="9" creationId="{26A441FF-7751-7626-DB89-4E27FD66CE21}"/>
          </ac:spMkLst>
        </pc:spChg>
        <pc:spChg chg="mod">
          <ac:chgData name="mario gomez sanchez celemin" userId="a8b339ff0b81548b" providerId="LiveId" clId="{5383CC43-7FE9-41C8-8D3C-D49AD4E2AC0E}" dt="2025-09-11T14:05:58.897" v="25" actId="20577"/>
          <ac:spMkLst>
            <pc:docMk/>
            <pc:sldMk cId="2994490114" sldId="256"/>
            <ac:spMk id="19" creationId="{BE37C8D1-DF02-A296-2256-7DF6D1C38359}"/>
          </ac:spMkLst>
        </pc:spChg>
        <pc:spChg chg="mod">
          <ac:chgData name="mario gomez sanchez celemin" userId="a8b339ff0b81548b" providerId="LiveId" clId="{5383CC43-7FE9-41C8-8D3C-D49AD4E2AC0E}" dt="2025-09-15T15:59:08.054" v="715" actId="20577"/>
          <ac:spMkLst>
            <pc:docMk/>
            <pc:sldMk cId="2994490114" sldId="256"/>
            <ac:spMk id="33" creationId="{86B33874-A1AF-D4AD-45BE-540353763509}"/>
          </ac:spMkLst>
        </pc:spChg>
        <pc:picChg chg="add mod">
          <ac:chgData name="mario gomez sanchez celemin" userId="a8b339ff0b81548b" providerId="LiveId" clId="{5383CC43-7FE9-41C8-8D3C-D49AD4E2AC0E}" dt="2025-09-15T15:53:38.697" v="712" actId="1035"/>
          <ac:picMkLst>
            <pc:docMk/>
            <pc:sldMk cId="2994490114" sldId="256"/>
            <ac:picMk id="2" creationId="{075A45D6-512E-A2B3-B308-4DA7BDFEF993}"/>
          </ac:picMkLst>
        </pc:picChg>
        <pc:picChg chg="del">
          <ac:chgData name="mario gomez sanchez celemin" userId="a8b339ff0b81548b" providerId="LiveId" clId="{5383CC43-7FE9-41C8-8D3C-D49AD4E2AC0E}" dt="2025-09-15T15:51:27.833" v="490" actId="478"/>
          <ac:picMkLst>
            <pc:docMk/>
            <pc:sldMk cId="2994490114" sldId="256"/>
            <ac:picMk id="1032" creationId="{5628438C-EC18-6CC7-F520-44C74865EE93}"/>
          </ac:picMkLst>
        </pc:picChg>
      </pc:sldChg>
      <pc:sldChg chg="addSp delSp modSp add mod">
        <pc:chgData name="mario gomez sanchez celemin" userId="a8b339ff0b81548b" providerId="LiveId" clId="{5383CC43-7FE9-41C8-8D3C-D49AD4E2AC0E}" dt="2025-09-15T16:01:22.630" v="733" actId="1038"/>
        <pc:sldMkLst>
          <pc:docMk/>
          <pc:sldMk cId="2582379401" sldId="257"/>
        </pc:sldMkLst>
        <pc:spChg chg="add mod">
          <ac:chgData name="mario gomez sanchez celemin" userId="a8b339ff0b81548b" providerId="LiveId" clId="{5383CC43-7FE9-41C8-8D3C-D49AD4E2AC0E}" dt="2025-09-11T14:16:51.379" v="163" actId="14100"/>
          <ac:spMkLst>
            <pc:docMk/>
            <pc:sldMk cId="2582379401" sldId="257"/>
            <ac:spMk id="5" creationId="{2F51B324-BCE7-5C78-4B01-CB4BC301B3C1}"/>
          </ac:spMkLst>
        </pc:spChg>
        <pc:spChg chg="add mod">
          <ac:chgData name="mario gomez sanchez celemin" userId="a8b339ff0b81548b" providerId="LiveId" clId="{5383CC43-7FE9-41C8-8D3C-D49AD4E2AC0E}" dt="2025-09-11T14:22:17.183" v="395" actId="20577"/>
          <ac:spMkLst>
            <pc:docMk/>
            <pc:sldMk cId="2582379401" sldId="257"/>
            <ac:spMk id="6" creationId="{C631ED51-B867-408F-4A11-E43961943FCF}"/>
          </ac:spMkLst>
        </pc:spChg>
        <pc:spChg chg="add del mod">
          <ac:chgData name="mario gomez sanchez celemin" userId="a8b339ff0b81548b" providerId="LiveId" clId="{5383CC43-7FE9-41C8-8D3C-D49AD4E2AC0E}" dt="2025-09-11T14:17:24.308" v="188" actId="1035"/>
          <ac:spMkLst>
            <pc:docMk/>
            <pc:sldMk cId="2582379401" sldId="257"/>
            <ac:spMk id="8" creationId="{D71AD5B8-1258-C14B-AC11-1F2A2F1FB943}"/>
          </ac:spMkLst>
        </pc:spChg>
        <pc:spChg chg="mod">
          <ac:chgData name="mario gomez sanchez celemin" userId="a8b339ff0b81548b" providerId="LiveId" clId="{5383CC43-7FE9-41C8-8D3C-D49AD4E2AC0E}" dt="2025-09-11T14:22:18.779" v="397" actId="20577"/>
          <ac:spMkLst>
            <pc:docMk/>
            <pc:sldMk cId="2582379401" sldId="257"/>
            <ac:spMk id="41" creationId="{B057F188-72CC-55A2-C1D5-7FE34CCADBFA}"/>
          </ac:spMkLst>
        </pc:spChg>
        <pc:spChg chg="mod">
          <ac:chgData name="mario gomez sanchez celemin" userId="a8b339ff0b81548b" providerId="LiveId" clId="{5383CC43-7FE9-41C8-8D3C-D49AD4E2AC0E}" dt="2025-09-11T14:17:26.493" v="189"/>
          <ac:spMkLst>
            <pc:docMk/>
            <pc:sldMk cId="2582379401" sldId="257"/>
            <ac:spMk id="43" creationId="{E0E8DBEE-166C-4844-38F9-640EDDF73D40}"/>
          </ac:spMkLst>
        </pc:spChg>
        <pc:spChg chg="mod">
          <ac:chgData name="mario gomez sanchez celemin" userId="a8b339ff0b81548b" providerId="LiveId" clId="{5383CC43-7FE9-41C8-8D3C-D49AD4E2AC0E}" dt="2025-09-11T14:17:34.151" v="201" actId="20577"/>
          <ac:spMkLst>
            <pc:docMk/>
            <pc:sldMk cId="2582379401" sldId="257"/>
            <ac:spMk id="44" creationId="{D40CF136-17E5-4E31-AEE1-0923BB043FB3}"/>
          </ac:spMkLst>
        </pc:spChg>
        <pc:spChg chg="mod">
          <ac:chgData name="mario gomez sanchez celemin" userId="a8b339ff0b81548b" providerId="LiveId" clId="{5383CC43-7FE9-41C8-8D3C-D49AD4E2AC0E}" dt="2025-09-11T14:22:09.283" v="387" actId="20577"/>
          <ac:spMkLst>
            <pc:docMk/>
            <pc:sldMk cId="2582379401" sldId="257"/>
            <ac:spMk id="46" creationId="{4A55D7D6-3A5F-5B45-57FC-4B9D722D0CA7}"/>
          </ac:spMkLst>
        </pc:spChg>
        <pc:spChg chg="mod">
          <ac:chgData name="mario gomez sanchez celemin" userId="a8b339ff0b81548b" providerId="LiveId" clId="{5383CC43-7FE9-41C8-8D3C-D49AD4E2AC0E}" dt="2025-09-11T14:17:54.780" v="208"/>
          <ac:spMkLst>
            <pc:docMk/>
            <pc:sldMk cId="2582379401" sldId="257"/>
            <ac:spMk id="48" creationId="{D57653C7-D153-E55A-657B-1F6F6F7BBD04}"/>
          </ac:spMkLst>
        </pc:spChg>
        <pc:spChg chg="mod">
          <ac:chgData name="mario gomez sanchez celemin" userId="a8b339ff0b81548b" providerId="LiveId" clId="{5383CC43-7FE9-41C8-8D3C-D49AD4E2AC0E}" dt="2025-09-11T14:18:14.854" v="223" actId="20577"/>
          <ac:spMkLst>
            <pc:docMk/>
            <pc:sldMk cId="2582379401" sldId="257"/>
            <ac:spMk id="49" creationId="{C984B37A-B21A-4486-8A79-DF99CC182970}"/>
          </ac:spMkLst>
        </pc:spChg>
        <pc:spChg chg="mod">
          <ac:chgData name="mario gomez sanchez celemin" userId="a8b339ff0b81548b" providerId="LiveId" clId="{5383CC43-7FE9-41C8-8D3C-D49AD4E2AC0E}" dt="2025-09-11T14:22:11.267" v="389" actId="20577"/>
          <ac:spMkLst>
            <pc:docMk/>
            <pc:sldMk cId="2582379401" sldId="257"/>
            <ac:spMk id="51" creationId="{62EEEE30-D996-3A55-5656-B368E2262B4D}"/>
          </ac:spMkLst>
        </pc:spChg>
        <pc:spChg chg="mod">
          <ac:chgData name="mario gomez sanchez celemin" userId="a8b339ff0b81548b" providerId="LiveId" clId="{5383CC43-7FE9-41C8-8D3C-D49AD4E2AC0E}" dt="2025-09-11T14:17:54.780" v="208"/>
          <ac:spMkLst>
            <pc:docMk/>
            <pc:sldMk cId="2582379401" sldId="257"/>
            <ac:spMk id="53" creationId="{1A8578C8-BB33-A8D8-EADA-75FA79F2DF69}"/>
          </ac:spMkLst>
        </pc:spChg>
        <pc:spChg chg="mod">
          <ac:chgData name="mario gomez sanchez celemin" userId="a8b339ff0b81548b" providerId="LiveId" clId="{5383CC43-7FE9-41C8-8D3C-D49AD4E2AC0E}" dt="2025-09-11T14:18:17.651" v="230" actId="20577"/>
          <ac:spMkLst>
            <pc:docMk/>
            <pc:sldMk cId="2582379401" sldId="257"/>
            <ac:spMk id="54" creationId="{F3298DC5-AE8B-80B2-C046-78556ECA1197}"/>
          </ac:spMkLst>
        </pc:spChg>
        <pc:spChg chg="mod">
          <ac:chgData name="mario gomez sanchez celemin" userId="a8b339ff0b81548b" providerId="LiveId" clId="{5383CC43-7FE9-41C8-8D3C-D49AD4E2AC0E}" dt="2025-09-11T14:22:15.468" v="393" actId="20577"/>
          <ac:spMkLst>
            <pc:docMk/>
            <pc:sldMk cId="2582379401" sldId="257"/>
            <ac:spMk id="56" creationId="{6ECA5BC7-ECA4-0F35-046A-9883060CBA53}"/>
          </ac:spMkLst>
        </pc:spChg>
        <pc:spChg chg="mod">
          <ac:chgData name="mario gomez sanchez celemin" userId="a8b339ff0b81548b" providerId="LiveId" clId="{5383CC43-7FE9-41C8-8D3C-D49AD4E2AC0E}" dt="2025-09-11T14:18:25.094" v="232"/>
          <ac:spMkLst>
            <pc:docMk/>
            <pc:sldMk cId="2582379401" sldId="257"/>
            <ac:spMk id="58" creationId="{CCFD7A79-6316-CBA2-03AA-E7E5E78D224D}"/>
          </ac:spMkLst>
        </pc:spChg>
        <pc:spChg chg="mod">
          <ac:chgData name="mario gomez sanchez celemin" userId="a8b339ff0b81548b" providerId="LiveId" clId="{5383CC43-7FE9-41C8-8D3C-D49AD4E2AC0E}" dt="2025-09-11T14:20:06.703" v="348" actId="1035"/>
          <ac:spMkLst>
            <pc:docMk/>
            <pc:sldMk cId="2582379401" sldId="257"/>
            <ac:spMk id="59" creationId="{D2D8EED9-B5F7-C9FF-CAF0-1395126366D3}"/>
          </ac:spMkLst>
        </pc:spChg>
        <pc:spChg chg="mod">
          <ac:chgData name="mario gomez sanchez celemin" userId="a8b339ff0b81548b" providerId="LiveId" clId="{5383CC43-7FE9-41C8-8D3C-D49AD4E2AC0E}" dt="2025-09-11T14:22:20.747" v="399" actId="20577"/>
          <ac:spMkLst>
            <pc:docMk/>
            <pc:sldMk cId="2582379401" sldId="257"/>
            <ac:spMk id="61" creationId="{622AE97F-614F-FCB2-6300-27976ED9BE42}"/>
          </ac:spMkLst>
        </pc:spChg>
        <pc:spChg chg="mod">
          <ac:chgData name="mario gomez sanchez celemin" userId="a8b339ff0b81548b" providerId="LiveId" clId="{5383CC43-7FE9-41C8-8D3C-D49AD4E2AC0E}" dt="2025-09-11T14:19:05.724" v="270"/>
          <ac:spMkLst>
            <pc:docMk/>
            <pc:sldMk cId="2582379401" sldId="257"/>
            <ac:spMk id="63" creationId="{1C2A59F7-9C56-49BE-103D-C308FE0D1CD5}"/>
          </ac:spMkLst>
        </pc:spChg>
        <pc:spChg chg="mod">
          <ac:chgData name="mario gomez sanchez celemin" userId="a8b339ff0b81548b" providerId="LiveId" clId="{5383CC43-7FE9-41C8-8D3C-D49AD4E2AC0E}" dt="2025-09-11T14:23:39.782" v="431" actId="1076"/>
          <ac:spMkLst>
            <pc:docMk/>
            <pc:sldMk cId="2582379401" sldId="257"/>
            <ac:spMk id="1024" creationId="{FE9D384F-20A6-708D-2C1C-D86494429385}"/>
          </ac:spMkLst>
        </pc:spChg>
        <pc:spChg chg="mod">
          <ac:chgData name="mario gomez sanchez celemin" userId="a8b339ff0b81548b" providerId="LiveId" clId="{5383CC43-7FE9-41C8-8D3C-D49AD4E2AC0E}" dt="2025-09-11T14:22:06.002" v="385" actId="20577"/>
          <ac:spMkLst>
            <pc:docMk/>
            <pc:sldMk cId="2582379401" sldId="257"/>
            <ac:spMk id="1027" creationId="{BF94EC21-27A7-107E-063D-8C119C537BCE}"/>
          </ac:spMkLst>
        </pc:spChg>
        <pc:spChg chg="mod">
          <ac:chgData name="mario gomez sanchez celemin" userId="a8b339ff0b81548b" providerId="LiveId" clId="{5383CC43-7FE9-41C8-8D3C-D49AD4E2AC0E}" dt="2025-09-11T14:19:16.954" v="286"/>
          <ac:spMkLst>
            <pc:docMk/>
            <pc:sldMk cId="2582379401" sldId="257"/>
            <ac:spMk id="1031" creationId="{DFC662FA-F68A-0076-7447-855A6272CC88}"/>
          </ac:spMkLst>
        </pc:spChg>
        <pc:spChg chg="mod">
          <ac:chgData name="mario gomez sanchez celemin" userId="a8b339ff0b81548b" providerId="LiveId" clId="{5383CC43-7FE9-41C8-8D3C-D49AD4E2AC0E}" dt="2025-09-11T14:20:48.296" v="353" actId="1076"/>
          <ac:spMkLst>
            <pc:docMk/>
            <pc:sldMk cId="2582379401" sldId="257"/>
            <ac:spMk id="1033" creationId="{EFE93BAD-C789-4988-250F-2A075A686639}"/>
          </ac:spMkLst>
        </pc:spChg>
        <pc:spChg chg="mod">
          <ac:chgData name="mario gomez sanchez celemin" userId="a8b339ff0b81548b" providerId="LiveId" clId="{5383CC43-7FE9-41C8-8D3C-D49AD4E2AC0E}" dt="2025-09-11T14:22:13.435" v="391" actId="20577"/>
          <ac:spMkLst>
            <pc:docMk/>
            <pc:sldMk cId="2582379401" sldId="257"/>
            <ac:spMk id="1044" creationId="{EF157EC1-4C2F-E22E-0403-5A260EE086C6}"/>
          </ac:spMkLst>
        </pc:spChg>
        <pc:spChg chg="mod">
          <ac:chgData name="mario gomez sanchez celemin" userId="a8b339ff0b81548b" providerId="LiveId" clId="{5383CC43-7FE9-41C8-8D3C-D49AD4E2AC0E}" dt="2025-09-11T14:20:43.877" v="351"/>
          <ac:spMkLst>
            <pc:docMk/>
            <pc:sldMk cId="2582379401" sldId="257"/>
            <ac:spMk id="1046" creationId="{45E30A58-F8B8-9745-9D26-23C51FFB6278}"/>
          </ac:spMkLst>
        </pc:spChg>
        <pc:spChg chg="mod">
          <ac:chgData name="mario gomez sanchez celemin" userId="a8b339ff0b81548b" providerId="LiveId" clId="{5383CC43-7FE9-41C8-8D3C-D49AD4E2AC0E}" dt="2025-09-15T16:01:22.630" v="733" actId="1038"/>
          <ac:spMkLst>
            <pc:docMk/>
            <pc:sldMk cId="2582379401" sldId="257"/>
            <ac:spMk id="1047" creationId="{130D7C32-0ACB-07E4-7C42-506F19001CBF}"/>
          </ac:spMkLst>
        </pc:spChg>
        <pc:spChg chg="add del mod">
          <ac:chgData name="mario gomez sanchez celemin" userId="a8b339ff0b81548b" providerId="LiveId" clId="{5383CC43-7FE9-41C8-8D3C-D49AD4E2AC0E}" dt="2025-09-15T16:01:06.194" v="716" actId="478"/>
          <ac:spMkLst>
            <pc:docMk/>
            <pc:sldMk cId="2582379401" sldId="257"/>
            <ac:spMk id="1128" creationId="{F53D79C1-2347-3FB6-2F75-C66DFE4A073F}"/>
          </ac:spMkLst>
        </pc:spChg>
        <pc:grpChg chg="add mod">
          <ac:chgData name="mario gomez sanchez celemin" userId="a8b339ff0b81548b" providerId="LiveId" clId="{5383CC43-7FE9-41C8-8D3C-D49AD4E2AC0E}" dt="2025-09-11T14:15:19.024" v="144" actId="164"/>
          <ac:grpSpMkLst>
            <pc:docMk/>
            <pc:sldMk cId="2582379401" sldId="257"/>
            <ac:grpSpMk id="11" creationId="{ACE1872B-7730-8B0A-F25B-81D802FC2820}"/>
          </ac:grpSpMkLst>
        </pc:grpChg>
        <pc:grpChg chg="add mod">
          <ac:chgData name="mario gomez sanchez celemin" userId="a8b339ff0b81548b" providerId="LiveId" clId="{5383CC43-7FE9-41C8-8D3C-D49AD4E2AC0E}" dt="2025-09-11T14:19:53.544" v="320" actId="1076"/>
          <ac:grpSpMkLst>
            <pc:docMk/>
            <pc:sldMk cId="2582379401" sldId="257"/>
            <ac:grpSpMk id="24" creationId="{AD42DAFF-D13B-65CF-28E0-838C515658BD}"/>
          </ac:grpSpMkLst>
        </pc:grpChg>
        <pc:grpChg chg="add mod">
          <ac:chgData name="mario gomez sanchez celemin" userId="a8b339ff0b81548b" providerId="LiveId" clId="{5383CC43-7FE9-41C8-8D3C-D49AD4E2AC0E}" dt="2025-09-11T14:19:53.544" v="320" actId="1076"/>
          <ac:grpSpMkLst>
            <pc:docMk/>
            <pc:sldMk cId="2582379401" sldId="257"/>
            <ac:grpSpMk id="40" creationId="{19B254EB-153C-DD89-7B2B-B85FEA1916E5}"/>
          </ac:grpSpMkLst>
        </pc:grpChg>
        <pc:grpChg chg="mod">
          <ac:chgData name="mario gomez sanchez celemin" userId="a8b339ff0b81548b" providerId="LiveId" clId="{5383CC43-7FE9-41C8-8D3C-D49AD4E2AC0E}" dt="2025-09-11T14:17:26.493" v="189"/>
          <ac:grpSpMkLst>
            <pc:docMk/>
            <pc:sldMk cId="2582379401" sldId="257"/>
            <ac:grpSpMk id="42" creationId="{EEAA11A4-3ABC-69A5-B732-33761064D035}"/>
          </ac:grpSpMkLst>
        </pc:grpChg>
        <pc:grpChg chg="add mod">
          <ac:chgData name="mario gomez sanchez celemin" userId="a8b339ff0b81548b" providerId="LiveId" clId="{5383CC43-7FE9-41C8-8D3C-D49AD4E2AC0E}" dt="2025-09-11T14:21:05.825" v="370" actId="1035"/>
          <ac:grpSpMkLst>
            <pc:docMk/>
            <pc:sldMk cId="2582379401" sldId="257"/>
            <ac:grpSpMk id="45" creationId="{AB597778-60E7-4084-0940-880D5D758453}"/>
          </ac:grpSpMkLst>
        </pc:grpChg>
        <pc:grpChg chg="mod">
          <ac:chgData name="mario gomez sanchez celemin" userId="a8b339ff0b81548b" providerId="LiveId" clId="{5383CC43-7FE9-41C8-8D3C-D49AD4E2AC0E}" dt="2025-09-11T14:17:54.780" v="208"/>
          <ac:grpSpMkLst>
            <pc:docMk/>
            <pc:sldMk cId="2582379401" sldId="257"/>
            <ac:grpSpMk id="47" creationId="{7A769892-5721-895F-B668-969BF3C3FC0F}"/>
          </ac:grpSpMkLst>
        </pc:grpChg>
        <pc:grpChg chg="add mod">
          <ac:chgData name="mario gomez sanchez celemin" userId="a8b339ff0b81548b" providerId="LiveId" clId="{5383CC43-7FE9-41C8-8D3C-D49AD4E2AC0E}" dt="2025-09-11T14:21:05.825" v="370" actId="1035"/>
          <ac:grpSpMkLst>
            <pc:docMk/>
            <pc:sldMk cId="2582379401" sldId="257"/>
            <ac:grpSpMk id="50" creationId="{4C26A538-F716-DFDD-41C6-C11F2597DC22}"/>
          </ac:grpSpMkLst>
        </pc:grpChg>
        <pc:grpChg chg="mod">
          <ac:chgData name="mario gomez sanchez celemin" userId="a8b339ff0b81548b" providerId="LiveId" clId="{5383CC43-7FE9-41C8-8D3C-D49AD4E2AC0E}" dt="2025-09-11T14:17:54.780" v="208"/>
          <ac:grpSpMkLst>
            <pc:docMk/>
            <pc:sldMk cId="2582379401" sldId="257"/>
            <ac:grpSpMk id="52" creationId="{C62530AD-2D90-1EAB-A910-B84033119C1F}"/>
          </ac:grpSpMkLst>
        </pc:grpChg>
        <pc:grpChg chg="add mod">
          <ac:chgData name="mario gomez sanchez celemin" userId="a8b339ff0b81548b" providerId="LiveId" clId="{5383CC43-7FE9-41C8-8D3C-D49AD4E2AC0E}" dt="2025-09-11T14:19:02.687" v="269" actId="1076"/>
          <ac:grpSpMkLst>
            <pc:docMk/>
            <pc:sldMk cId="2582379401" sldId="257"/>
            <ac:grpSpMk id="55" creationId="{F44CBF67-76AB-A479-AF1E-903D080BC2B8}"/>
          </ac:grpSpMkLst>
        </pc:grpChg>
        <pc:grpChg chg="mod">
          <ac:chgData name="mario gomez sanchez celemin" userId="a8b339ff0b81548b" providerId="LiveId" clId="{5383CC43-7FE9-41C8-8D3C-D49AD4E2AC0E}" dt="2025-09-11T14:18:25.094" v="232"/>
          <ac:grpSpMkLst>
            <pc:docMk/>
            <pc:sldMk cId="2582379401" sldId="257"/>
            <ac:grpSpMk id="57" creationId="{840D076B-487F-CDB5-BB1E-EAD68B1D06AB}"/>
          </ac:grpSpMkLst>
        </pc:grpChg>
        <pc:grpChg chg="add mod">
          <ac:chgData name="mario gomez sanchez celemin" userId="a8b339ff0b81548b" providerId="LiveId" clId="{5383CC43-7FE9-41C8-8D3C-D49AD4E2AC0E}" dt="2025-09-11T14:19:53.544" v="320" actId="1076"/>
          <ac:grpSpMkLst>
            <pc:docMk/>
            <pc:sldMk cId="2582379401" sldId="257"/>
            <ac:grpSpMk id="60" creationId="{4223AC58-920C-29DF-9F9C-BF124B319F3D}"/>
          </ac:grpSpMkLst>
        </pc:grpChg>
        <pc:grpChg chg="mod">
          <ac:chgData name="mario gomez sanchez celemin" userId="a8b339ff0b81548b" providerId="LiveId" clId="{5383CC43-7FE9-41C8-8D3C-D49AD4E2AC0E}" dt="2025-09-11T14:19:05.724" v="270"/>
          <ac:grpSpMkLst>
            <pc:docMk/>
            <pc:sldMk cId="2582379401" sldId="257"/>
            <ac:grpSpMk id="62" creationId="{BDEC2567-AE96-C4ED-A54B-FDA0C8F90825}"/>
          </ac:grpSpMkLst>
        </pc:grpChg>
        <pc:grpChg chg="add mod">
          <ac:chgData name="mario gomez sanchez celemin" userId="a8b339ff0b81548b" providerId="LiveId" clId="{5383CC43-7FE9-41C8-8D3C-D49AD4E2AC0E}" dt="2025-09-11T14:21:05.825" v="370" actId="1035"/>
          <ac:grpSpMkLst>
            <pc:docMk/>
            <pc:sldMk cId="2582379401" sldId="257"/>
            <ac:grpSpMk id="1025" creationId="{93BE3674-7913-C613-708B-52DF26A3AEFA}"/>
          </ac:grpSpMkLst>
        </pc:grpChg>
        <pc:grpChg chg="mod">
          <ac:chgData name="mario gomez sanchez celemin" userId="a8b339ff0b81548b" providerId="LiveId" clId="{5383CC43-7FE9-41C8-8D3C-D49AD4E2AC0E}" dt="2025-09-11T14:19:16.954" v="286"/>
          <ac:grpSpMkLst>
            <pc:docMk/>
            <pc:sldMk cId="2582379401" sldId="257"/>
            <ac:grpSpMk id="1029" creationId="{142B6685-EC84-76EC-FB39-9B5B610E4588}"/>
          </ac:grpSpMkLst>
        </pc:grpChg>
        <pc:grpChg chg="add mod">
          <ac:chgData name="mario gomez sanchez celemin" userId="a8b339ff0b81548b" providerId="LiveId" clId="{5383CC43-7FE9-41C8-8D3C-D49AD4E2AC0E}" dt="2025-09-11T14:24:16.750" v="489" actId="1035"/>
          <ac:grpSpMkLst>
            <pc:docMk/>
            <pc:sldMk cId="2582379401" sldId="257"/>
            <ac:grpSpMk id="1043" creationId="{164B0A3E-419F-9620-205F-B55B340FA1C4}"/>
          </ac:grpSpMkLst>
        </pc:grpChg>
        <pc:grpChg chg="mod">
          <ac:chgData name="mario gomez sanchez celemin" userId="a8b339ff0b81548b" providerId="LiveId" clId="{5383CC43-7FE9-41C8-8D3C-D49AD4E2AC0E}" dt="2025-09-11T14:20:43.877" v="351"/>
          <ac:grpSpMkLst>
            <pc:docMk/>
            <pc:sldMk cId="2582379401" sldId="257"/>
            <ac:grpSpMk id="1045" creationId="{D58C6179-DAA9-4E3F-EB1F-C6EDD75962C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30732-B2E1-099F-A26C-E5B72C179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DB6464-CA9C-56F0-E8C9-DFCEC0D0E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B62B7F-758E-8B04-EA12-4EB1999E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5C0954-7A67-26B3-27BA-5609832F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6E2C40-BC2C-9B10-32FE-BB77CF71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791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23B9-3877-FC6B-BD5F-2ECCAC4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A56E06-EA4A-CFE8-E979-6A20449F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1DB201-6682-DFB1-F2AF-5584F854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34C3C6-30E3-83D1-0EF2-18909CB2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500376-4C4C-6280-2D1B-F755A158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076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D5DB6-B707-0045-5FDF-1F3EE794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25F322-5696-FAAD-374E-F50F9C29C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AC69-427B-6C25-2434-63912FBA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8D672D-EC82-6258-E634-9BBECA26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12E23-B6B3-1958-D68F-9B31F95B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33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50806-30FD-324D-A939-2D9C45AB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1AC435-4467-D62B-59A8-0B5CDA41E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69145F-87B2-DE03-FFB3-688B339D0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53EE95-2B62-7882-E79D-999E386B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1A421E-6592-1317-F3B7-15A38F5E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E88A17-6100-76AF-6A7A-6F70ED0D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588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76050-E9AB-484B-DE0F-8A30B76A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DDF026-4940-CF24-2BCD-B622B881E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19054D-9439-E6B9-4C66-73489FE2B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1C699B-5C08-674E-2240-028999F6E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29D6CD6-E8BA-2FD6-07FE-B005F5ACA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665ADD-63E7-2BF5-D564-006CCD79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4AD609-A815-1D7D-6FC0-7690AF75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628D4D-3239-F2D2-2B89-F93EE5AF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6936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2BE5A-1232-EDCA-0527-49DAA943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3CFCD4-0D72-0B25-EFAA-56896406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B75149-49FD-34A9-F83B-A00D6414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0B7561-1D52-59E7-36E1-39C11296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7F4764-3E66-C32E-57B0-27CD553A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338BDD-CC4B-0EA7-DDE9-C1D91DBF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FD185A-46EA-FD16-977E-389E8E2B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25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61E43-3ACF-DD37-CF82-A1A3D5CE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FE783E-7892-47E9-74F7-80E6C736A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DA1BEA-72B0-5522-A9DF-2FC4B72BD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760A11-F6D7-2198-3DD4-D006C956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FE3C1E-4C40-2201-5EE6-0116E917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DA7CCD-1B35-A088-F037-E99CA04C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027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C5576-5435-7AF7-2B32-813D912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81893E-43C1-1A00-38E4-5FCEAA7B4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5C32A8-AF8B-2DCE-1248-2BAA1FAA4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B22A9C-F505-4DEC-B001-FD2FF501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C0BC09-7101-C7C6-E0F0-B8C98A81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5C4765-106D-EEA0-57B8-83CFBE44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470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AC34A-0916-5C06-7D6C-A2DF80B4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C39509-7825-5937-B513-ACA855C53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D0F761-BF70-3246-D164-C6801E62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40640-8A7B-BF54-5396-16A20FA1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0BD37-B105-7F2A-95EE-9FD589E9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2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2F33FF-D4B0-7BC7-41B0-737E219CE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B055DF-E3B5-97ED-9891-A44B2940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EAFA9-4E92-CB88-C49B-71FD87F3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0915E6-9EA2-7A63-F8D0-7699FABB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FD33E-2357-D8BF-B648-F825E4AC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74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534698-A3CE-AFAC-6DE6-FACE6E6C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87711-6441-A514-F7EE-ADCCAC9D5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52E85F-F189-3356-AF78-9D8E7109F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90A7C-36DD-48F7-835A-10A6A1C1453E}" type="datetimeFigureOut">
              <a:rPr lang="es-ES" smtClean="0"/>
              <a:t>15/09/2025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60B3F4-ADEB-7CDD-BE4A-9764EDBC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D2AC3-A8C7-1165-034C-C9AA9ED68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78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China Low Price L298N Módulo de placa de conductor de motor - Cotización -  GNS COMPONENTS">
            <a:extLst>
              <a:ext uri="{FF2B5EF4-FFF2-40B4-BE49-F238E27FC236}">
                <a16:creationId xmlns:a16="http://schemas.microsoft.com/office/drawing/2014/main" id="{54A7F832-75B3-DE2E-6578-45289732A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518" y="1866166"/>
            <a:ext cx="887962" cy="69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SP32-S3-DevKitM-1-N8 Espressif Systems | Mouser España">
            <a:extLst>
              <a:ext uri="{FF2B5EF4-FFF2-40B4-BE49-F238E27FC236}">
                <a16:creationId xmlns:a16="http://schemas.microsoft.com/office/drawing/2014/main" id="{14A189FB-BEB3-10FA-5938-D795CF071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274" y="2192129"/>
            <a:ext cx="803148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DF22BCB-4337-5F20-9A28-F403498F2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621" y="2408040"/>
            <a:ext cx="418338" cy="41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b,app,vector,simple,symbol,badge,icon,digital,emblem,icons,computer,pc,mac,cpu,technology,internet,tech,screen,processor,business,web  icon,vector icon,computer icon">
            <a:extLst>
              <a:ext uri="{FF2B5EF4-FFF2-40B4-BE49-F238E27FC236}">
                <a16:creationId xmlns:a16="http://schemas.microsoft.com/office/drawing/2014/main" id="{EB8A4302-46A5-768B-E8B9-8C6B36A05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7969" r="90000">
                        <a14:foregroundMark x1="7969" y1="62500" x2="7969" y2="62500"/>
                        <a14:foregroundMark x1="87344" y1="54844" x2="87344" y2="54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958" y="1929564"/>
            <a:ext cx="1453441" cy="145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lculate Pulses per Revolution for a DC Motor With Encoder">
            <a:extLst>
              <a:ext uri="{FF2B5EF4-FFF2-40B4-BE49-F238E27FC236}">
                <a16:creationId xmlns:a16="http://schemas.microsoft.com/office/drawing/2014/main" id="{84C708FE-9FD0-99DF-3F6A-069FED2A5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98586">
            <a:off x="3251639" y="3156988"/>
            <a:ext cx="1088027" cy="86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8FF8BE9-6194-9971-EC1F-D511EBBA124C}"/>
              </a:ext>
            </a:extLst>
          </p:cNvPr>
          <p:cNvSpPr/>
          <p:nvPr/>
        </p:nvSpPr>
        <p:spPr>
          <a:xfrm>
            <a:off x="4905152" y="2115167"/>
            <a:ext cx="857393" cy="2157984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8D72B7E-AC7D-4689-2403-B51E492A1AE7}"/>
              </a:ext>
            </a:extLst>
          </p:cNvPr>
          <p:cNvGrpSpPr/>
          <p:nvPr/>
        </p:nvGrpSpPr>
        <p:grpSpPr>
          <a:xfrm>
            <a:off x="6155282" y="2112384"/>
            <a:ext cx="1824792" cy="1131069"/>
            <a:chOff x="6456579" y="2574036"/>
            <a:chExt cx="1824792" cy="1131069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60DDAC68-4FB6-4604-02E4-FFC2C5E83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2792" y="2658830"/>
              <a:ext cx="1565425" cy="1009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AD5C1169-462A-76F0-37FB-09193ADDCC2E}"/>
                </a:ext>
              </a:extLst>
            </p:cNvPr>
            <p:cNvSpPr/>
            <p:nvPr/>
          </p:nvSpPr>
          <p:spPr>
            <a:xfrm>
              <a:off x="6456579" y="2574036"/>
              <a:ext cx="1824792" cy="1131069"/>
            </a:xfrm>
            <a:prstGeom prst="round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6A441FF-7751-7626-DB89-4E27FD66CE21}"/>
              </a:ext>
            </a:extLst>
          </p:cNvPr>
          <p:cNvSpPr/>
          <p:nvPr/>
        </p:nvSpPr>
        <p:spPr>
          <a:xfrm>
            <a:off x="2133600" y="2976592"/>
            <a:ext cx="1125559" cy="1296559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C81BC79-E600-307D-07B8-A8FBDE47B7E0}"/>
              </a:ext>
            </a:extLst>
          </p:cNvPr>
          <p:cNvCxnSpPr>
            <a:cxnSpLocks/>
          </p:cNvCxnSpPr>
          <p:nvPr/>
        </p:nvCxnSpPr>
        <p:spPr>
          <a:xfrm flipH="1">
            <a:off x="4133566" y="2298058"/>
            <a:ext cx="62179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A9B2E31-7BC8-9503-78E0-16F0D3A1FD0E}"/>
              </a:ext>
            </a:extLst>
          </p:cNvPr>
          <p:cNvCxnSpPr/>
          <p:nvPr/>
        </p:nvCxnSpPr>
        <p:spPr>
          <a:xfrm>
            <a:off x="4201658" y="4013507"/>
            <a:ext cx="62179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C26722A-B764-9AE1-E27F-E579D0135527}"/>
              </a:ext>
            </a:extLst>
          </p:cNvPr>
          <p:cNvSpPr/>
          <p:nvPr/>
        </p:nvSpPr>
        <p:spPr>
          <a:xfrm>
            <a:off x="3410712" y="1444752"/>
            <a:ext cx="4672584" cy="3008376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8" name="Picture 14" descr="Mando para PS4 - KLACK Negro para PlayStation 4 PC Ordenador Dualshock">
            <a:extLst>
              <a:ext uri="{FF2B5EF4-FFF2-40B4-BE49-F238E27FC236}">
                <a16:creationId xmlns:a16="http://schemas.microsoft.com/office/drawing/2014/main" id="{4F65B315-BB4F-2D2B-8BCC-E38705801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684" y="3582824"/>
            <a:ext cx="768052" cy="57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CA2B8B8-8FBF-D158-CCC3-25872DEA8473}"/>
              </a:ext>
            </a:extLst>
          </p:cNvPr>
          <p:cNvCxnSpPr>
            <a:cxnSpLocks/>
          </p:cNvCxnSpPr>
          <p:nvPr/>
        </p:nvCxnSpPr>
        <p:spPr>
          <a:xfrm>
            <a:off x="2249047" y="3208322"/>
            <a:ext cx="31522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8DCCCC5-4C35-D6F6-B1EC-E348E83BC68A}"/>
              </a:ext>
            </a:extLst>
          </p:cNvPr>
          <p:cNvSpPr txBox="1"/>
          <p:nvPr/>
        </p:nvSpPr>
        <p:spPr>
          <a:xfrm>
            <a:off x="5234532" y="1592511"/>
            <a:ext cx="92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ROBOT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E37C8D1-DF02-A296-2256-7DF6D1C38359}"/>
              </a:ext>
            </a:extLst>
          </p:cNvPr>
          <p:cNvSpPr txBox="1"/>
          <p:nvPr/>
        </p:nvSpPr>
        <p:spPr>
          <a:xfrm>
            <a:off x="2551570" y="3089245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Interrupts</a:t>
            </a:r>
            <a:endParaRPr lang="es-ES" sz="80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97DFCCF-FBAC-005C-F108-00F99D33E18A}"/>
              </a:ext>
            </a:extLst>
          </p:cNvPr>
          <p:cNvCxnSpPr>
            <a:cxnSpLocks/>
          </p:cNvCxnSpPr>
          <p:nvPr/>
        </p:nvCxnSpPr>
        <p:spPr>
          <a:xfrm>
            <a:off x="2249047" y="3429000"/>
            <a:ext cx="31522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FA1BE93-F85E-C411-1F56-3A7F10F6D156}"/>
              </a:ext>
            </a:extLst>
          </p:cNvPr>
          <p:cNvSpPr txBox="1"/>
          <p:nvPr/>
        </p:nvSpPr>
        <p:spPr>
          <a:xfrm>
            <a:off x="2557920" y="3317845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PWM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60C91BD-6DBD-B68E-3FAD-8D696C028B28}"/>
              </a:ext>
            </a:extLst>
          </p:cNvPr>
          <p:cNvCxnSpPr>
            <a:cxnSpLocks/>
          </p:cNvCxnSpPr>
          <p:nvPr/>
        </p:nvCxnSpPr>
        <p:spPr>
          <a:xfrm>
            <a:off x="3795652" y="2644512"/>
            <a:ext cx="0" cy="36373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A0A774A-C44E-E6CA-B694-003283DB82CF}"/>
              </a:ext>
            </a:extLst>
          </p:cNvPr>
          <p:cNvCxnSpPr>
            <a:cxnSpLocks/>
          </p:cNvCxnSpPr>
          <p:nvPr/>
        </p:nvCxnSpPr>
        <p:spPr>
          <a:xfrm>
            <a:off x="2249047" y="3632200"/>
            <a:ext cx="3152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C70A64-8167-B42D-1ADD-F0FE84B2C5C7}"/>
              </a:ext>
            </a:extLst>
          </p:cNvPr>
          <p:cNvSpPr txBox="1"/>
          <p:nvPr/>
        </p:nvSpPr>
        <p:spPr>
          <a:xfrm>
            <a:off x="2557920" y="3521045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Serial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45C11C0-5083-2C6E-7563-E43AD1098F2B}"/>
              </a:ext>
            </a:extLst>
          </p:cNvPr>
          <p:cNvCxnSpPr>
            <a:cxnSpLocks/>
          </p:cNvCxnSpPr>
          <p:nvPr/>
        </p:nvCxnSpPr>
        <p:spPr>
          <a:xfrm>
            <a:off x="2262228" y="3847644"/>
            <a:ext cx="315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6B33874-A1AF-D4AD-45BE-540353763509}"/>
              </a:ext>
            </a:extLst>
          </p:cNvPr>
          <p:cNvSpPr txBox="1"/>
          <p:nvPr/>
        </p:nvSpPr>
        <p:spPr>
          <a:xfrm>
            <a:off x="2571101" y="3736489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I2C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9A95600-A18A-9EC6-92CF-E3DB4B0D214A}"/>
              </a:ext>
            </a:extLst>
          </p:cNvPr>
          <p:cNvCxnSpPr>
            <a:cxnSpLocks/>
          </p:cNvCxnSpPr>
          <p:nvPr/>
        </p:nvCxnSpPr>
        <p:spPr>
          <a:xfrm>
            <a:off x="2255397" y="4059488"/>
            <a:ext cx="315224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0E64CD-DE20-C758-8C31-A687B7CBE249}"/>
              </a:ext>
            </a:extLst>
          </p:cNvPr>
          <p:cNvSpPr txBox="1"/>
          <p:nvPr/>
        </p:nvSpPr>
        <p:spPr>
          <a:xfrm>
            <a:off x="2564270" y="3948333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Other</a:t>
            </a:r>
            <a:endParaRPr lang="es-ES" sz="8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58E98AB-1712-8E81-7C4B-37351E292C8E}"/>
              </a:ext>
            </a:extLst>
          </p:cNvPr>
          <p:cNvCxnSpPr>
            <a:cxnSpLocks/>
          </p:cNvCxnSpPr>
          <p:nvPr/>
        </p:nvCxnSpPr>
        <p:spPr>
          <a:xfrm>
            <a:off x="5806176" y="2644512"/>
            <a:ext cx="3152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D9C21D01-70AB-1734-B819-F1F59360B0EE}"/>
              </a:ext>
            </a:extLst>
          </p:cNvPr>
          <p:cNvCxnSpPr>
            <a:cxnSpLocks/>
          </p:cNvCxnSpPr>
          <p:nvPr/>
        </p:nvCxnSpPr>
        <p:spPr>
          <a:xfrm flipV="1">
            <a:off x="7024728" y="3317845"/>
            <a:ext cx="0" cy="339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F5A864D-BB31-FF79-95D4-F567AD59FEEE}"/>
              </a:ext>
            </a:extLst>
          </p:cNvPr>
          <p:cNvCxnSpPr>
            <a:cxnSpLocks/>
          </p:cNvCxnSpPr>
          <p:nvPr/>
        </p:nvCxnSpPr>
        <p:spPr>
          <a:xfrm flipV="1">
            <a:off x="9183247" y="3243453"/>
            <a:ext cx="0" cy="3393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Adafruit 9-DOF Desglose de fusión de IMU de orientación absoluta - BNO055">
            <a:extLst>
              <a:ext uri="{FF2B5EF4-FFF2-40B4-BE49-F238E27FC236}">
                <a16:creationId xmlns:a16="http://schemas.microsoft.com/office/drawing/2014/main" id="{075A45D6-512E-A2B3-B308-4DA7BDFEF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000" b="93444" l="10000" r="90000">
                        <a14:foregroundMark x1="35917" y1="7000" x2="35917" y2="7000"/>
                        <a14:foregroundMark x1="51083" y1="28556" x2="51083" y2="28556"/>
                        <a14:foregroundMark x1="62250" y1="93444" x2="62250" y2="93444"/>
                        <a14:foregroundMark x1="53917" y1="38778" x2="53917" y2="38778"/>
                        <a14:foregroundMark x1="53417" y1="32889" x2="53417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94890" y="3602360"/>
            <a:ext cx="1080000" cy="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49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BD70-0F1F-192D-0F78-29806B2C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AD42DAFF-D13B-65CF-28E0-838C515658BD}"/>
              </a:ext>
            </a:extLst>
          </p:cNvPr>
          <p:cNvGrpSpPr/>
          <p:nvPr/>
        </p:nvGrpSpPr>
        <p:grpSpPr>
          <a:xfrm>
            <a:off x="6475476" y="1424154"/>
            <a:ext cx="1197864" cy="1001881"/>
            <a:chOff x="1088136" y="997924"/>
            <a:chExt cx="1197864" cy="808103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631ED51-B867-408F-4A11-E43961943FCF}"/>
                </a:ext>
              </a:extLst>
            </p:cNvPr>
            <p:cNvSpPr txBox="1"/>
            <p:nvPr/>
          </p:nvSpPr>
          <p:spPr>
            <a:xfrm>
              <a:off x="1298448" y="1508129"/>
              <a:ext cx="813816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CE1872B-7730-8B0A-F25B-81D802FC2820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2F51B324-BCE7-5C78-4B01-CB4BC301B3C1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71AD5B8-1258-C14B-AC11-1F2A2F1FB943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Signo</a:t>
                </a:r>
              </a:p>
              <a:p>
                <a:pPr algn="ctr"/>
                <a:r>
                  <a:rPr lang="es-ES" dirty="0"/>
                  <a:t>izquierda</a:t>
                </a:r>
              </a:p>
            </p:txBody>
          </p:sp>
        </p:grp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9B254EB-153C-DD89-7B2B-B85FEA1916E5}"/>
              </a:ext>
            </a:extLst>
          </p:cNvPr>
          <p:cNvGrpSpPr/>
          <p:nvPr/>
        </p:nvGrpSpPr>
        <p:grpSpPr>
          <a:xfrm>
            <a:off x="7673340" y="1424154"/>
            <a:ext cx="1197864" cy="1001881"/>
            <a:chOff x="1088136" y="997924"/>
            <a:chExt cx="1197864" cy="808103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B057F188-72CC-55A2-C1D5-7FE34CCADBFA}"/>
                </a:ext>
              </a:extLst>
            </p:cNvPr>
            <p:cNvSpPr txBox="1"/>
            <p:nvPr/>
          </p:nvSpPr>
          <p:spPr>
            <a:xfrm>
              <a:off x="1207008" y="1508129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4 bytes</a:t>
              </a:r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EEAA11A4-3ABC-69A5-B732-33761064D035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E0E8DBEE-166C-4844-38F9-640EDDF73D40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D40CF136-17E5-4E31-AEE1-0923BB043FB3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Medida</a:t>
                </a:r>
              </a:p>
              <a:p>
                <a:pPr algn="ctr"/>
                <a:r>
                  <a:rPr lang="es-ES" dirty="0"/>
                  <a:t>izquierda</a:t>
                </a:r>
              </a:p>
            </p:txBody>
          </p:sp>
        </p:grp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AB597778-60E7-4084-0940-880D5D758453}"/>
              </a:ext>
            </a:extLst>
          </p:cNvPr>
          <p:cNvGrpSpPr/>
          <p:nvPr/>
        </p:nvGrpSpPr>
        <p:grpSpPr>
          <a:xfrm>
            <a:off x="1683258" y="1424152"/>
            <a:ext cx="1197864" cy="1001881"/>
            <a:chOff x="1088136" y="997924"/>
            <a:chExt cx="1197864" cy="808103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4A55D7D6-3A5F-5B45-57FC-4B9D722D0CA7}"/>
                </a:ext>
              </a:extLst>
            </p:cNvPr>
            <p:cNvSpPr txBox="1"/>
            <p:nvPr/>
          </p:nvSpPr>
          <p:spPr>
            <a:xfrm>
              <a:off x="1298448" y="1508129"/>
              <a:ext cx="813816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7A769892-5721-895F-B668-969BF3C3FC0F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D57653C7-D153-E55A-657B-1F6F6F7BBD04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C984B37A-B21A-4486-8A79-DF99CC182970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Signo</a:t>
                </a:r>
              </a:p>
              <a:p>
                <a:pPr algn="ctr"/>
                <a:r>
                  <a:rPr lang="es-ES" dirty="0"/>
                  <a:t>derecha</a:t>
                </a:r>
              </a:p>
            </p:txBody>
          </p:sp>
        </p:grp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4C26A538-F716-DFDD-41C6-C11F2597DC22}"/>
              </a:ext>
            </a:extLst>
          </p:cNvPr>
          <p:cNvGrpSpPr/>
          <p:nvPr/>
        </p:nvGrpSpPr>
        <p:grpSpPr>
          <a:xfrm>
            <a:off x="2881122" y="1424152"/>
            <a:ext cx="1197864" cy="1001881"/>
            <a:chOff x="1088136" y="997924"/>
            <a:chExt cx="1197864" cy="808103"/>
          </a:xfrm>
        </p:grpSpPr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62EEEE30-D996-3A55-5656-B368E2262B4D}"/>
                </a:ext>
              </a:extLst>
            </p:cNvPr>
            <p:cNvSpPr txBox="1"/>
            <p:nvPr/>
          </p:nvSpPr>
          <p:spPr>
            <a:xfrm>
              <a:off x="1207008" y="1508129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4 bytes</a:t>
              </a:r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C62530AD-2D90-1EAB-A910-B84033119C1F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1A8578C8-BB33-A8D8-EADA-75FA79F2DF69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3298DC5-AE8B-80B2-C046-78556ECA1197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Medida</a:t>
                </a:r>
              </a:p>
              <a:p>
                <a:pPr algn="ctr"/>
                <a:r>
                  <a:rPr lang="es-ES" dirty="0"/>
                  <a:t>derecha</a:t>
                </a:r>
              </a:p>
            </p:txBody>
          </p: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F44CBF67-76AB-A479-AF1E-903D080BC2B8}"/>
              </a:ext>
            </a:extLst>
          </p:cNvPr>
          <p:cNvGrpSpPr/>
          <p:nvPr/>
        </p:nvGrpSpPr>
        <p:grpSpPr>
          <a:xfrm>
            <a:off x="5270754" y="1418601"/>
            <a:ext cx="1211580" cy="1007432"/>
            <a:chOff x="1081278" y="993446"/>
            <a:chExt cx="1211580" cy="812581"/>
          </a:xfrm>
        </p:grpSpPr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6ECA5BC7-ECA4-0F35-046A-9883060CBA53}"/>
                </a:ext>
              </a:extLst>
            </p:cNvPr>
            <p:cNvSpPr txBox="1"/>
            <p:nvPr/>
          </p:nvSpPr>
          <p:spPr>
            <a:xfrm>
              <a:off x="1220724" y="1508129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bytes</a:t>
              </a:r>
            </a:p>
          </p:txBody>
        </p: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840D076B-487F-CDB5-BB1E-EAD68B1D06AB}"/>
                </a:ext>
              </a:extLst>
            </p:cNvPr>
            <p:cNvGrpSpPr/>
            <p:nvPr/>
          </p:nvGrpSpPr>
          <p:grpSpPr>
            <a:xfrm>
              <a:off x="1081278" y="993446"/>
              <a:ext cx="1211580" cy="521322"/>
              <a:chOff x="1081278" y="993446"/>
              <a:chExt cx="1211580" cy="521322"/>
            </a:xfrm>
          </p:grpSpPr>
          <p:sp>
            <p:nvSpPr>
              <p:cNvPr id="58" name="Rectángulo 57">
                <a:extLst>
                  <a:ext uri="{FF2B5EF4-FFF2-40B4-BE49-F238E27FC236}">
                    <a16:creationId xmlns:a16="http://schemas.microsoft.com/office/drawing/2014/main" id="{CCFD7A79-6316-CBA2-03AA-E7E5E78D224D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D2D8EED9-B5F7-C9FF-CAF0-1395126366D3}"/>
                  </a:ext>
                </a:extLst>
              </p:cNvPr>
              <p:cNvSpPr txBox="1"/>
              <p:nvPr/>
            </p:nvSpPr>
            <p:spPr>
              <a:xfrm>
                <a:off x="1081278" y="993446"/>
                <a:ext cx="1211580" cy="521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Indicador izquierda</a:t>
                </a:r>
              </a:p>
            </p:txBody>
          </p:sp>
        </p:grp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4223AC58-920C-29DF-9F9C-BF124B319F3D}"/>
              </a:ext>
            </a:extLst>
          </p:cNvPr>
          <p:cNvGrpSpPr/>
          <p:nvPr/>
        </p:nvGrpSpPr>
        <p:grpSpPr>
          <a:xfrm>
            <a:off x="8759190" y="1442442"/>
            <a:ext cx="1439418" cy="991823"/>
            <a:chOff x="981456" y="1012674"/>
            <a:chExt cx="1439418" cy="799990"/>
          </a:xfrm>
        </p:grpSpPr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622AE97F-614F-FCB2-6300-27976ED9BE42}"/>
                </a:ext>
              </a:extLst>
            </p:cNvPr>
            <p:cNvSpPr txBox="1"/>
            <p:nvPr/>
          </p:nvSpPr>
          <p:spPr>
            <a:xfrm>
              <a:off x="1267206" y="1514766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BDEC2567-AE96-C4ED-A54B-FDA0C8F90825}"/>
                </a:ext>
              </a:extLst>
            </p:cNvPr>
            <p:cNvGrpSpPr/>
            <p:nvPr/>
          </p:nvGrpSpPr>
          <p:grpSpPr>
            <a:xfrm>
              <a:off x="981456" y="1012674"/>
              <a:ext cx="1439418" cy="496086"/>
              <a:chOff x="981456" y="1012674"/>
              <a:chExt cx="1439418" cy="496086"/>
            </a:xfrm>
          </p:grpSpPr>
          <p:sp>
            <p:nvSpPr>
              <p:cNvPr id="63" name="Rectángulo 62">
                <a:extLst>
                  <a:ext uri="{FF2B5EF4-FFF2-40B4-BE49-F238E27FC236}">
                    <a16:creationId xmlns:a16="http://schemas.microsoft.com/office/drawing/2014/main" id="{1C2A59F7-9C56-49BE-103D-C308FE0D1CD5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24" name="CuadroTexto 1023">
                <a:extLst>
                  <a:ext uri="{FF2B5EF4-FFF2-40B4-BE49-F238E27FC236}">
                    <a16:creationId xmlns:a16="http://schemas.microsoft.com/office/drawing/2014/main" id="{FE9D384F-20A6-708D-2C1C-D86494429385}"/>
                  </a:ext>
                </a:extLst>
              </p:cNvPr>
              <p:cNvSpPr txBox="1"/>
              <p:nvPr/>
            </p:nvSpPr>
            <p:spPr>
              <a:xfrm>
                <a:off x="981456" y="1111616"/>
                <a:ext cx="1439418" cy="297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terminador</a:t>
                </a:r>
              </a:p>
            </p:txBody>
          </p:sp>
        </p:grpSp>
      </p:grpSp>
      <p:grpSp>
        <p:nvGrpSpPr>
          <p:cNvPr id="1025" name="Grupo 1024">
            <a:extLst>
              <a:ext uri="{FF2B5EF4-FFF2-40B4-BE49-F238E27FC236}">
                <a16:creationId xmlns:a16="http://schemas.microsoft.com/office/drawing/2014/main" id="{93BE3674-7913-C613-708B-52DF26A3AEFA}"/>
              </a:ext>
            </a:extLst>
          </p:cNvPr>
          <p:cNvGrpSpPr/>
          <p:nvPr/>
        </p:nvGrpSpPr>
        <p:grpSpPr>
          <a:xfrm>
            <a:off x="479298" y="1442440"/>
            <a:ext cx="1211580" cy="983593"/>
            <a:chOff x="1081278" y="1011796"/>
            <a:chExt cx="1211580" cy="793352"/>
          </a:xfrm>
        </p:grpSpPr>
        <p:sp>
          <p:nvSpPr>
            <p:cNvPr id="1027" name="CuadroTexto 1026">
              <a:extLst>
                <a:ext uri="{FF2B5EF4-FFF2-40B4-BE49-F238E27FC236}">
                  <a16:creationId xmlns:a16="http://schemas.microsoft.com/office/drawing/2014/main" id="{BF94EC21-27A7-107E-063D-8C119C537BCE}"/>
                </a:ext>
              </a:extLst>
            </p:cNvPr>
            <p:cNvSpPr txBox="1"/>
            <p:nvPr/>
          </p:nvSpPr>
          <p:spPr>
            <a:xfrm>
              <a:off x="1210818" y="1507250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1029" name="Grupo 1028">
              <a:extLst>
                <a:ext uri="{FF2B5EF4-FFF2-40B4-BE49-F238E27FC236}">
                  <a16:creationId xmlns:a16="http://schemas.microsoft.com/office/drawing/2014/main" id="{142B6685-EC84-76EC-FB39-9B5B610E4588}"/>
                </a:ext>
              </a:extLst>
            </p:cNvPr>
            <p:cNvGrpSpPr/>
            <p:nvPr/>
          </p:nvGrpSpPr>
          <p:grpSpPr>
            <a:xfrm>
              <a:off x="1081278" y="1011796"/>
              <a:ext cx="1211580" cy="521322"/>
              <a:chOff x="1081278" y="1011796"/>
              <a:chExt cx="1211580" cy="521322"/>
            </a:xfrm>
          </p:grpSpPr>
          <p:sp>
            <p:nvSpPr>
              <p:cNvPr id="1031" name="Rectángulo 1030">
                <a:extLst>
                  <a:ext uri="{FF2B5EF4-FFF2-40B4-BE49-F238E27FC236}">
                    <a16:creationId xmlns:a16="http://schemas.microsoft.com/office/drawing/2014/main" id="{DFC662FA-F68A-0076-7447-855A6272CC88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33" name="CuadroTexto 1032">
                <a:extLst>
                  <a:ext uri="{FF2B5EF4-FFF2-40B4-BE49-F238E27FC236}">
                    <a16:creationId xmlns:a16="http://schemas.microsoft.com/office/drawing/2014/main" id="{EFE93BAD-C789-4988-250F-2A075A686639}"/>
                  </a:ext>
                </a:extLst>
              </p:cNvPr>
              <p:cNvSpPr txBox="1"/>
              <p:nvPr/>
            </p:nvSpPr>
            <p:spPr>
              <a:xfrm>
                <a:off x="1081278" y="1011796"/>
                <a:ext cx="1211580" cy="521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Indicador</a:t>
                </a:r>
              </a:p>
              <a:p>
                <a:pPr algn="ctr"/>
                <a:r>
                  <a:rPr lang="es-ES" i="1" dirty="0"/>
                  <a:t>derecha</a:t>
                </a:r>
              </a:p>
            </p:txBody>
          </p:sp>
        </p:grpSp>
      </p:grpSp>
      <p:grpSp>
        <p:nvGrpSpPr>
          <p:cNvPr id="1043" name="Grupo 1042">
            <a:extLst>
              <a:ext uri="{FF2B5EF4-FFF2-40B4-BE49-F238E27FC236}">
                <a16:creationId xmlns:a16="http://schemas.microsoft.com/office/drawing/2014/main" id="{164B0A3E-419F-9620-205F-B55B340FA1C4}"/>
              </a:ext>
            </a:extLst>
          </p:cNvPr>
          <p:cNvGrpSpPr/>
          <p:nvPr/>
        </p:nvGrpSpPr>
        <p:grpSpPr>
          <a:xfrm>
            <a:off x="3956492" y="1438313"/>
            <a:ext cx="1443990" cy="986426"/>
            <a:chOff x="962594" y="1012674"/>
            <a:chExt cx="1443990" cy="795637"/>
          </a:xfrm>
        </p:grpSpPr>
        <p:sp>
          <p:nvSpPr>
            <p:cNvPr id="1044" name="CuadroTexto 1043">
              <a:extLst>
                <a:ext uri="{FF2B5EF4-FFF2-40B4-BE49-F238E27FC236}">
                  <a16:creationId xmlns:a16="http://schemas.microsoft.com/office/drawing/2014/main" id="{EF157EC1-4C2F-E22E-0403-5A260EE086C6}"/>
                </a:ext>
              </a:extLst>
            </p:cNvPr>
            <p:cNvSpPr txBox="1"/>
            <p:nvPr/>
          </p:nvSpPr>
          <p:spPr>
            <a:xfrm>
              <a:off x="1256919" y="1510413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1045" name="Grupo 1044">
              <a:extLst>
                <a:ext uri="{FF2B5EF4-FFF2-40B4-BE49-F238E27FC236}">
                  <a16:creationId xmlns:a16="http://schemas.microsoft.com/office/drawing/2014/main" id="{D58C6179-DAA9-4E3F-EB1F-C6EDD75962CD}"/>
                </a:ext>
              </a:extLst>
            </p:cNvPr>
            <p:cNvGrpSpPr/>
            <p:nvPr/>
          </p:nvGrpSpPr>
          <p:grpSpPr>
            <a:xfrm>
              <a:off x="962594" y="1012674"/>
              <a:ext cx="1443990" cy="496086"/>
              <a:chOff x="962594" y="1012674"/>
              <a:chExt cx="1443990" cy="496086"/>
            </a:xfrm>
          </p:grpSpPr>
          <p:sp>
            <p:nvSpPr>
              <p:cNvPr id="1046" name="Rectángulo 1045">
                <a:extLst>
                  <a:ext uri="{FF2B5EF4-FFF2-40B4-BE49-F238E27FC236}">
                    <a16:creationId xmlns:a16="http://schemas.microsoft.com/office/drawing/2014/main" id="{45E30A58-F8B8-9745-9D26-23C51FFB6278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47" name="CuadroTexto 1046">
                <a:extLst>
                  <a:ext uri="{FF2B5EF4-FFF2-40B4-BE49-F238E27FC236}">
                    <a16:creationId xmlns:a16="http://schemas.microsoft.com/office/drawing/2014/main" id="{130D7C32-0ACB-07E4-7C42-506F19001CBF}"/>
                  </a:ext>
                </a:extLst>
              </p:cNvPr>
              <p:cNvSpPr txBox="1"/>
              <p:nvPr/>
            </p:nvSpPr>
            <p:spPr>
              <a:xfrm>
                <a:off x="962594" y="1111453"/>
                <a:ext cx="1443990" cy="297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terminador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23794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</Words>
  <Application>Microsoft Office PowerPoint</Application>
  <PresentationFormat>Panorámica</PresentationFormat>
  <Paragraphs>27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gomez sanchez celemin</dc:creator>
  <cp:lastModifiedBy>mario gomez sanchez celemin</cp:lastModifiedBy>
  <cp:revision>1</cp:revision>
  <dcterms:created xsi:type="dcterms:W3CDTF">2025-09-11T13:48:08Z</dcterms:created>
  <dcterms:modified xsi:type="dcterms:W3CDTF">2025-09-15T16:01:27Z</dcterms:modified>
</cp:coreProperties>
</file>